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4"/>
  </p:notesMasterIdLst>
  <p:sldIdLst>
    <p:sldId id="260" r:id="rId2"/>
    <p:sldId id="258" r:id="rId3"/>
    <p:sldId id="292" r:id="rId4"/>
    <p:sldId id="261" r:id="rId5"/>
    <p:sldId id="293" r:id="rId6"/>
    <p:sldId id="272" r:id="rId7"/>
    <p:sldId id="294" r:id="rId8"/>
    <p:sldId id="295" r:id="rId9"/>
    <p:sldId id="262" r:id="rId10"/>
    <p:sldId id="270" r:id="rId11"/>
    <p:sldId id="263" r:id="rId12"/>
    <p:sldId id="291" r:id="rId13"/>
  </p:sldIdLst>
  <p:sldSz cx="9144000" cy="5143500" type="screen16x9"/>
  <p:notesSz cx="6858000" cy="9144000"/>
  <p:embeddedFontLst>
    <p:embeddedFont>
      <p:font typeface="Anaheim" pitchFamily="2" charset="77"/>
      <p:regular r:id="rId15"/>
      <p:bold r:id="rId16"/>
    </p:embeddedFont>
    <p:embeddedFont>
      <p:font typeface="Bebas Neue" panose="020B0606020202050201" pitchFamily="34" charset="77"/>
      <p:regular r:id="rId17"/>
    </p:embeddedFont>
    <p:embeddedFont>
      <p:font typeface="Bodoni 72" pitchFamily="2" charset="0"/>
      <p:regular r:id="rId18"/>
      <p:bold r:id="rId19"/>
      <p:italic r:id="rId20"/>
    </p:embeddedFont>
    <p:embeddedFont>
      <p:font typeface="Lexend Deca" pitchFamily="2" charset="77"/>
      <p:regular r:id="rId21"/>
      <p:bold r:id="rId22"/>
    </p:embeddedFont>
    <p:embeddedFont>
      <p:font typeface="Nunito Light" panose="020F0302020204030204" pitchFamily="34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94F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6887DF-1E5C-492B-ADCB-15BC52A1616F}">
  <a:tblStyle styleId="{286887DF-1E5C-492B-ADCB-15BC52A161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1B42C91-FC85-4F48-9715-A6E1AFC0FA9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20"/>
  </p:normalViewPr>
  <p:slideViewPr>
    <p:cSldViewPr snapToGrid="0">
      <p:cViewPr>
        <p:scale>
          <a:sx n="128" d="100"/>
          <a:sy n="128" d="100"/>
        </p:scale>
        <p:origin x="1064" y="3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780664947080724E-2"/>
          <c:y val="3.431330035997996E-2"/>
          <c:w val="0.88953970115617531"/>
          <c:h val="0.8748872231060277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IndiGo 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Sheet1!$B$2:$B$8</c:f>
              <c:numCache>
                <c:formatCode>0.0</c:formatCode>
                <c:ptCount val="7"/>
                <c:pt idx="0">
                  <c:v>100</c:v>
                </c:pt>
                <c:pt idx="1">
                  <c:v>115.919629057187</c:v>
                </c:pt>
                <c:pt idx="2">
                  <c:v>47.449768160741883</c:v>
                </c:pt>
                <c:pt idx="3">
                  <c:v>76.970633693972161</c:v>
                </c:pt>
                <c:pt idx="4">
                  <c:v>132.30293663060277</c:v>
                </c:pt>
                <c:pt idx="5">
                  <c:v>164.91499227202473</c:v>
                </c:pt>
                <c:pt idx="6">
                  <c:v>183.30757341576503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47-3E4A-9AEC-6FE5831143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Air India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Sheet1!$C$2:$C$8</c:f>
              <c:numCache>
                <c:formatCode>0.0</c:formatCode>
                <c:ptCount val="7"/>
                <c:pt idx="0">
                  <c:v>100</c:v>
                </c:pt>
                <c:pt idx="1">
                  <c:v>101.80995475113122</c:v>
                </c:pt>
                <c:pt idx="2">
                  <c:v>28.50678733031674</c:v>
                </c:pt>
                <c:pt idx="3">
                  <c:v>52.036199095022617</c:v>
                </c:pt>
                <c:pt idx="4">
                  <c:v>83.710407239818991</c:v>
                </c:pt>
                <c:pt idx="5">
                  <c:v>110.85972850678732</c:v>
                </c:pt>
                <c:pt idx="6">
                  <c:v>126.69683257918551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47-3E4A-9AEC-6FE5831143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SpiceJet</c:v>
                </c:pt>
              </c:strCache>
            </c:strRef>
          </c:tx>
          <c:spPr>
            <a:ln w="28575" cap="rnd">
              <a:solidFill>
                <a:srgbClr val="FF93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Sheet1!$D$2:$D$8</c:f>
              <c:numCache>
                <c:formatCode>0.0</c:formatCode>
                <c:ptCount val="7"/>
                <c:pt idx="0">
                  <c:v>100</c:v>
                </c:pt>
                <c:pt idx="1">
                  <c:v>124.12060301507539</c:v>
                </c:pt>
                <c:pt idx="2">
                  <c:v>38.693467336683419</c:v>
                </c:pt>
                <c:pt idx="3">
                  <c:v>45.728643216080407</c:v>
                </c:pt>
                <c:pt idx="4">
                  <c:v>63.819095477386931</c:v>
                </c:pt>
                <c:pt idx="5">
                  <c:v>52.763819095477395</c:v>
                </c:pt>
                <c:pt idx="6">
                  <c:v>42.713567839195981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947-3E4A-9AEC-6FE5831143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9424575"/>
        <c:axId val="779426367"/>
      </c:lineChart>
      <c:catAx>
        <c:axId val="779424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9426367"/>
        <c:crosses val="autoZero"/>
        <c:auto val="1"/>
        <c:lblAlgn val="ctr"/>
        <c:lblOffset val="100"/>
        <c:noMultiLvlLbl val="0"/>
      </c:catAx>
      <c:valAx>
        <c:axId val="77942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9424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4992840441744295"/>
          <c:y val="0.82196071933859993"/>
          <c:w val="0.38937784452354035"/>
          <c:h val="7.9057735297582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Emirates</c:v>
                </c:pt>
              </c:strCache>
            </c:strRef>
          </c:tx>
          <c:spPr>
            <a:ln w="28575" cap="rnd">
              <a:solidFill>
                <a:srgbClr val="FF93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Sheet1!$B$2:$B$8</c:f>
              <c:numCache>
                <c:formatCode>0.0</c:formatCode>
                <c:ptCount val="7"/>
                <c:pt idx="0">
                  <c:v>100</c:v>
                </c:pt>
                <c:pt idx="1">
                  <c:v>95.904436860068259</c:v>
                </c:pt>
                <c:pt idx="2">
                  <c:v>11.262798634812286</c:v>
                </c:pt>
                <c:pt idx="3">
                  <c:v>33.447098976109217</c:v>
                </c:pt>
                <c:pt idx="4">
                  <c:v>74.402730375426614</c:v>
                </c:pt>
                <c:pt idx="5">
                  <c:v>88.566552901023883</c:v>
                </c:pt>
                <c:pt idx="6">
                  <c:v>91.638225255972699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33-4E4C-9640-07765B8435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Qatar airways</c:v>
                </c:pt>
              </c:strCache>
            </c:strRef>
          </c:tx>
          <c:spPr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Sheet1!$C$2:$C$8</c:f>
              <c:numCache>
                <c:formatCode>0.0</c:formatCode>
                <c:ptCount val="7"/>
                <c:pt idx="0">
                  <c:v>100</c:v>
                </c:pt>
                <c:pt idx="1">
                  <c:v>110.20408163265307</c:v>
                </c:pt>
                <c:pt idx="2">
                  <c:v>19.727891156462583</c:v>
                </c:pt>
                <c:pt idx="3">
                  <c:v>62.925170068027214</c:v>
                </c:pt>
                <c:pt idx="4">
                  <c:v>107.82312925170068</c:v>
                </c:pt>
                <c:pt idx="5">
                  <c:v>136.05442176870747</c:v>
                </c:pt>
                <c:pt idx="6">
                  <c:v>146.25850340136054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33-4E4C-9640-07765B8435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Etihad Airways</c:v>
                </c:pt>
              </c:strCache>
            </c:strRef>
          </c:tx>
          <c:spPr>
            <a:ln w="28575" cap="rnd">
              <a:solidFill>
                <a:schemeClr val="tx2">
                  <a:lumMod val="7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Sheet1!$D$2:$D$8</c:f>
              <c:numCache>
                <c:formatCode>0.0</c:formatCode>
                <c:ptCount val="7"/>
                <c:pt idx="0">
                  <c:v>100</c:v>
                </c:pt>
                <c:pt idx="1">
                  <c:v>24.000000000000004</c:v>
                </c:pt>
                <c:pt idx="2">
                  <c:v>20</c:v>
                </c:pt>
                <c:pt idx="3">
                  <c:v>57.142857142857139</c:v>
                </c:pt>
                <c:pt idx="4">
                  <c:v>80</c:v>
                </c:pt>
                <c:pt idx="5">
                  <c:v>105.71428571428572</c:v>
                </c:pt>
                <c:pt idx="6">
                  <c:v>125.71428571428571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033-4E4C-9640-07765B843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8805567"/>
        <c:axId val="778810495"/>
      </c:lineChart>
      <c:catAx>
        <c:axId val="778805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8810495"/>
        <c:crosses val="autoZero"/>
        <c:auto val="1"/>
        <c:lblAlgn val="ctr"/>
        <c:lblOffset val="100"/>
        <c:noMultiLvlLbl val="0"/>
      </c:catAx>
      <c:valAx>
        <c:axId val="778810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8805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0374478567391497"/>
          <c:y val="0.91488631889763794"/>
          <c:w val="0.54329196805746482"/>
          <c:h val="7.79903366837298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IndiGo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Sheet1!$B$2:$B$8</c:f>
              <c:numCache>
                <c:formatCode>0.0</c:formatCode>
                <c:ptCount val="7"/>
                <c:pt idx="0">
                  <c:v>100</c:v>
                </c:pt>
                <c:pt idx="1">
                  <c:v>125.52631578947368</c:v>
                </c:pt>
                <c:pt idx="2">
                  <c:v>51.315789473684212</c:v>
                </c:pt>
                <c:pt idx="3">
                  <c:v>89.473684210526315</c:v>
                </c:pt>
                <c:pt idx="4">
                  <c:v>191.05263157894737</c:v>
                </c:pt>
                <c:pt idx="5">
                  <c:v>241.84210526315789</c:v>
                </c:pt>
                <c:pt idx="6">
                  <c:v>283.4210526315789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FD-AD49-97A3-54847008B5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Air India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Sheet1!$C$2:$C$8</c:f>
              <c:numCache>
                <c:formatCode>0.0</c:formatCode>
                <c:ptCount val="7"/>
                <c:pt idx="0">
                  <c:v>100</c:v>
                </c:pt>
                <c:pt idx="1">
                  <c:v>107.64872521246458</c:v>
                </c:pt>
                <c:pt idx="2">
                  <c:v>45.609065155807372</c:v>
                </c:pt>
                <c:pt idx="3">
                  <c:v>74.787535410764889</c:v>
                </c:pt>
                <c:pt idx="4">
                  <c:v>118.41359773371106</c:v>
                </c:pt>
                <c:pt idx="5">
                  <c:v>251.27478753541075</c:v>
                </c:pt>
                <c:pt idx="6">
                  <c:v>296.88385269121818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FD-AD49-97A3-54847008B5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SpiceJet</c:v>
                </c:pt>
              </c:strCache>
            </c:strRef>
          </c:tx>
          <c:spPr>
            <a:ln w="28575" cap="rnd">
              <a:solidFill>
                <a:srgbClr val="FF93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Sheet1!$D$2:$D$8</c:f>
              <c:numCache>
                <c:formatCode>0.0</c:formatCode>
                <c:ptCount val="7"/>
                <c:pt idx="0">
                  <c:v>100</c:v>
                </c:pt>
                <c:pt idx="1">
                  <c:v>135.24590163934425</c:v>
                </c:pt>
                <c:pt idx="2">
                  <c:v>56.557377049180324</c:v>
                </c:pt>
                <c:pt idx="3">
                  <c:v>71.311475409836063</c:v>
                </c:pt>
                <c:pt idx="4">
                  <c:v>96.721311475409834</c:v>
                </c:pt>
                <c:pt idx="5">
                  <c:v>77.049180327868854</c:v>
                </c:pt>
                <c:pt idx="6">
                  <c:v>57.377049180327866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0FD-AD49-97A3-54847008B5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99234175"/>
        <c:axId val="799234623"/>
      </c:lineChart>
      <c:catAx>
        <c:axId val="799234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9234623"/>
        <c:crosses val="autoZero"/>
        <c:auto val="1"/>
        <c:lblAlgn val="ctr"/>
        <c:lblOffset val="100"/>
        <c:noMultiLvlLbl val="0"/>
      </c:catAx>
      <c:valAx>
        <c:axId val="799234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9234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559030738575188"/>
          <c:y val="0.9040504595292268"/>
          <c:w val="0.38617890726288789"/>
          <c:h val="8.46754319867404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Emirates</c:v>
                </c:pt>
              </c:strCache>
            </c:strRef>
          </c:tx>
          <c:spPr>
            <a:ln w="28575" cap="rnd">
              <a:solidFill>
                <a:schemeClr val="tx2">
                  <a:lumMod val="7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Sheet1!$B$2:$B$8</c:f>
              <c:numCache>
                <c:formatCode>0.0</c:formatCode>
                <c:ptCount val="7"/>
                <c:pt idx="0">
                  <c:v>100</c:v>
                </c:pt>
                <c:pt idx="1">
                  <c:v>92.883895131086149</c:v>
                </c:pt>
                <c:pt idx="2">
                  <c:v>31.460674157303377</c:v>
                </c:pt>
                <c:pt idx="3">
                  <c:v>60.299625468164798</c:v>
                </c:pt>
                <c:pt idx="4">
                  <c:v>109.73782771535581</c:v>
                </c:pt>
                <c:pt idx="5">
                  <c:v>123.59550561797754</c:v>
                </c:pt>
                <c:pt idx="6">
                  <c:v>130.7116104868914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F9-5548-A3F6-B9BBE42923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Qatar Airways</c:v>
                </c:pt>
              </c:strCache>
            </c:strRef>
          </c:tx>
          <c:spPr>
            <a:ln w="28575" cap="rnd">
              <a:solidFill>
                <a:schemeClr val="bg2">
                  <a:lumMod val="7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Sheet1!$C$2:$C$8</c:f>
              <c:numCache>
                <c:formatCode>0.0</c:formatCode>
                <c:ptCount val="7"/>
                <c:pt idx="0">
                  <c:v>100</c:v>
                </c:pt>
                <c:pt idx="1">
                  <c:v>106.06060606060606</c:v>
                </c:pt>
                <c:pt idx="2">
                  <c:v>61.363636363636367</c:v>
                </c:pt>
                <c:pt idx="3">
                  <c:v>109.09090909090911</c:v>
                </c:pt>
                <c:pt idx="4">
                  <c:v>159.09090909090909</c:v>
                </c:pt>
                <c:pt idx="5">
                  <c:v>168.18181818181819</c:v>
                </c:pt>
                <c:pt idx="6">
                  <c:v>178.78787878787881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3F9-5548-A3F6-B9BBE42923C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Etihad Airways</c:v>
                </c:pt>
              </c:strCache>
            </c:strRef>
          </c:tx>
          <c:spPr>
            <a:ln w="28575" cap="rnd">
              <a:solidFill>
                <a:srgbClr val="FF93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Sheet1!$D$2:$D$8</c:f>
              <c:numCache>
                <c:formatCode>0.0</c:formatCode>
                <c:ptCount val="7"/>
                <c:pt idx="0">
                  <c:v>100</c:v>
                </c:pt>
                <c:pt idx="1">
                  <c:v>46.428571428571438</c:v>
                </c:pt>
                <c:pt idx="2">
                  <c:v>55.357142857142861</c:v>
                </c:pt>
                <c:pt idx="3">
                  <c:v>89.285714285714292</c:v>
                </c:pt>
                <c:pt idx="4">
                  <c:v>98.214285714285722</c:v>
                </c:pt>
                <c:pt idx="5">
                  <c:v>123.21428571428572</c:v>
                </c:pt>
                <c:pt idx="6">
                  <c:v>139.28571428571431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3F9-5548-A3F6-B9BBE42923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18017407"/>
        <c:axId val="818004415"/>
      </c:lineChart>
      <c:catAx>
        <c:axId val="818017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8004415"/>
        <c:crosses val="autoZero"/>
        <c:auto val="1"/>
        <c:lblAlgn val="ctr"/>
        <c:lblOffset val="100"/>
        <c:noMultiLvlLbl val="0"/>
      </c:catAx>
      <c:valAx>
        <c:axId val="818004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8017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188559253407425"/>
          <c:y val="0.91297116872690376"/>
          <c:w val="0.57705527379702926"/>
          <c:h val="7.88326283738346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Index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354-2443-B5A1-C69552AC3EC6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354-2443-B5A1-C69552AC3EC6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354-2443-B5A1-C69552AC3EC6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7354-2443-B5A1-C69552AC3EC6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354-2443-B5A1-C69552AC3EC6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7354-2443-B5A1-C69552AC3EC6}"/>
              </c:ext>
            </c:extLst>
          </c:dPt>
          <c:cat>
            <c:strRef>
              <c:f>Sheet1!$A$2:$A$7</c:f>
              <c:strCache>
                <c:ptCount val="6"/>
                <c:pt idx="0">
                  <c:v>IndiGo</c:v>
                </c:pt>
                <c:pt idx="1">
                  <c:v>Air India</c:v>
                </c:pt>
                <c:pt idx="2">
                  <c:v>SpiceJet</c:v>
                </c:pt>
                <c:pt idx="3">
                  <c:v>Emirates</c:v>
                </c:pt>
                <c:pt idx="4">
                  <c:v>Qatar Airways</c:v>
                </c:pt>
                <c:pt idx="5">
                  <c:v>Etihad Airways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 formatCode="0.0">
                  <c:v>233.4</c:v>
                </c:pt>
                <c:pt idx="1">
                  <c:v>211.8</c:v>
                </c:pt>
                <c:pt idx="2">
                  <c:v>50</c:v>
                </c:pt>
                <c:pt idx="3">
                  <c:v>111.2</c:v>
                </c:pt>
                <c:pt idx="4">
                  <c:v>162.5</c:v>
                </c:pt>
                <c:pt idx="5">
                  <c:v>98.1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54-2443-B5A1-C69552AC3E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17819455"/>
        <c:axId val="817815423"/>
      </c:barChart>
      <c:catAx>
        <c:axId val="81781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7815423"/>
        <c:crosses val="autoZero"/>
        <c:auto val="1"/>
        <c:lblAlgn val="ctr"/>
        <c:lblOffset val="100"/>
        <c:noMultiLvlLbl val="0"/>
      </c:catAx>
      <c:valAx>
        <c:axId val="817815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781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Average_recovery_index_2025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CE7-404E-8565-EB1FE2375C45}"/>
              </c:ext>
            </c:extLst>
          </c:dPt>
          <c:cat>
            <c:strRef>
              <c:f>Sheet1!$A$2:$A$3</c:f>
              <c:strCache>
                <c:ptCount val="2"/>
                <c:pt idx="0">
                  <c:v>India</c:v>
                </c:pt>
                <c:pt idx="1">
                  <c:v>Gulf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165.1</c:v>
                </c:pt>
                <c:pt idx="1">
                  <c:v>135.4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E7-404E-8565-EB1FE2375C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42886015"/>
        <c:axId val="774097983"/>
      </c:barChart>
      <c:catAx>
        <c:axId val="742886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4097983"/>
        <c:crosses val="autoZero"/>
        <c:auto val="1"/>
        <c:lblAlgn val="ctr"/>
        <c:lblOffset val="100"/>
        <c:noMultiLvlLbl val="0"/>
      </c:catAx>
      <c:valAx>
        <c:axId val="7740979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2886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5465092755632135"/>
          <c:y val="0.86886836864023176"/>
          <c:w val="0.20025061292991822"/>
          <c:h val="0.104078985206249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4" name="Google Shape;396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5" name="Google Shape;396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6" name="Google Shape;379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7" name="Google Shape;379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3" name="Google Shape;7013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4" name="Google Shape;7014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" name="Google Shape;4249;g21dee8f8262_0_21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0" name="Google Shape;4250;g21dee8f8262_0_21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3">
          <a:extLst>
            <a:ext uri="{FF2B5EF4-FFF2-40B4-BE49-F238E27FC236}">
              <a16:creationId xmlns:a16="http://schemas.microsoft.com/office/drawing/2014/main" id="{6D87488D-D9D4-B93B-0647-ACF8A08D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4" name="Google Shape;3964;g54dda1946d_6_308:notes">
            <a:extLst>
              <a:ext uri="{FF2B5EF4-FFF2-40B4-BE49-F238E27FC236}">
                <a16:creationId xmlns:a16="http://schemas.microsoft.com/office/drawing/2014/main" id="{EF33A278-A01B-8FD4-633E-705FA87E58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5" name="Google Shape;3965;g54dda1946d_6_308:notes">
            <a:extLst>
              <a:ext uri="{FF2B5EF4-FFF2-40B4-BE49-F238E27FC236}">
                <a16:creationId xmlns:a16="http://schemas.microsoft.com/office/drawing/2014/main" id="{4707FE25-BAA5-232A-3862-16145B7FF2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9075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5" name="Google Shape;5815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6" name="Google Shape;5816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3">
          <a:extLst>
            <a:ext uri="{FF2B5EF4-FFF2-40B4-BE49-F238E27FC236}">
              <a16:creationId xmlns:a16="http://schemas.microsoft.com/office/drawing/2014/main" id="{6FB2436A-2CA5-2758-0397-7890D8BF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4" name="Google Shape;3964;g54dda1946d_6_308:notes">
            <a:extLst>
              <a:ext uri="{FF2B5EF4-FFF2-40B4-BE49-F238E27FC236}">
                <a16:creationId xmlns:a16="http://schemas.microsoft.com/office/drawing/2014/main" id="{D900D7A9-2A8B-61E3-9C2F-9345EA6B4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5" name="Google Shape;3965;g54dda1946d_6_308:notes">
            <a:extLst>
              <a:ext uri="{FF2B5EF4-FFF2-40B4-BE49-F238E27FC236}">
                <a16:creationId xmlns:a16="http://schemas.microsoft.com/office/drawing/2014/main" id="{2C6CE218-E0FB-9602-4444-CB9E9BA9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6925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4">
          <a:extLst>
            <a:ext uri="{FF2B5EF4-FFF2-40B4-BE49-F238E27FC236}">
              <a16:creationId xmlns:a16="http://schemas.microsoft.com/office/drawing/2014/main" id="{9A555173-8820-63AF-D1DB-1E94659C1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5" name="Google Shape;5815;g54dda1946d_4_2726:notes">
            <a:extLst>
              <a:ext uri="{FF2B5EF4-FFF2-40B4-BE49-F238E27FC236}">
                <a16:creationId xmlns:a16="http://schemas.microsoft.com/office/drawing/2014/main" id="{C2D22F67-0C7D-055B-0DBB-DF95105B8B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6" name="Google Shape;5816;g54dda1946d_4_2726:notes">
            <a:extLst>
              <a:ext uri="{FF2B5EF4-FFF2-40B4-BE49-F238E27FC236}">
                <a16:creationId xmlns:a16="http://schemas.microsoft.com/office/drawing/2014/main" id="{6A3677EA-402C-6D4A-A75F-587EC2AF5B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3705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3" name="Google Shape;439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4" name="Google Shape;439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3" name="Google Shape;5383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4" name="Google Shape;5384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8" name="Google Shape;453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9" name="Google Shape;453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4" name="Google Shape;6914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5" name="Google Shape;6915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714750" y="3265675"/>
            <a:ext cx="4716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7529875" y="2376450"/>
            <a:ext cx="900900" cy="841800"/>
          </a:xfrm>
          <a:prstGeom prst="rect">
            <a:avLst/>
          </a:prstGeom>
          <a:solidFill>
            <a:srgbClr val="FFFFFF">
              <a:alpha val="34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3714750" y="4170800"/>
            <a:ext cx="4716000" cy="433200"/>
          </a:xfrm>
          <a:prstGeom prst="rect">
            <a:avLst/>
          </a:prstGeom>
          <a:solidFill>
            <a:srgbClr val="FFFFFF">
              <a:alpha val="345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76424" y="836147"/>
            <a:ext cx="5295901" cy="236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5676" y="-325448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5426" y="-325440"/>
            <a:ext cx="5295898" cy="240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581149" y="3202356"/>
            <a:ext cx="5295899" cy="2540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8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 Deca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28" name="Google Shape;2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076" y="-1092748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114549" y="4203160"/>
            <a:ext cx="5295898" cy="240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2826" y="3936819"/>
            <a:ext cx="5295899" cy="254067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-476250" y="-419100"/>
            <a:ext cx="6515100" cy="1050300"/>
          </a:xfrm>
          <a:custGeom>
            <a:avLst/>
            <a:gdLst/>
            <a:ahLst/>
            <a:cxnLst/>
            <a:rect l="l" t="t" r="r" b="b"/>
            <a:pathLst>
              <a:path w="260604" h="42012" extrusionOk="0">
                <a:moveTo>
                  <a:pt x="260604" y="0"/>
                </a:moveTo>
                <a:cubicBezTo>
                  <a:pt x="253481" y="9497"/>
                  <a:pt x="242317" y="15852"/>
                  <a:pt x="231267" y="20193"/>
                </a:cubicBezTo>
                <a:cubicBezTo>
                  <a:pt x="218855" y="25069"/>
                  <a:pt x="206750" y="31642"/>
                  <a:pt x="193548" y="33528"/>
                </a:cubicBezTo>
                <a:cubicBezTo>
                  <a:pt x="181096" y="35307"/>
                  <a:pt x="168042" y="31113"/>
                  <a:pt x="156591" y="25908"/>
                </a:cubicBezTo>
                <a:cubicBezTo>
                  <a:pt x="153435" y="24474"/>
                  <a:pt x="149187" y="19215"/>
                  <a:pt x="151638" y="16764"/>
                </a:cubicBezTo>
                <a:cubicBezTo>
                  <a:pt x="154435" y="13967"/>
                  <a:pt x="160057" y="13586"/>
                  <a:pt x="163449" y="15621"/>
                </a:cubicBezTo>
                <a:cubicBezTo>
                  <a:pt x="165329" y="16749"/>
                  <a:pt x="166142" y="20548"/>
                  <a:pt x="164592" y="22098"/>
                </a:cubicBezTo>
                <a:cubicBezTo>
                  <a:pt x="158121" y="28569"/>
                  <a:pt x="146011" y="25570"/>
                  <a:pt x="137160" y="23241"/>
                </a:cubicBezTo>
                <a:cubicBezTo>
                  <a:pt x="124804" y="19989"/>
                  <a:pt x="111837" y="19050"/>
                  <a:pt x="99060" y="19050"/>
                </a:cubicBezTo>
                <a:cubicBezTo>
                  <a:pt x="92029" y="19050"/>
                  <a:pt x="80023" y="18211"/>
                  <a:pt x="78867" y="25146"/>
                </a:cubicBezTo>
                <a:cubicBezTo>
                  <a:pt x="78340" y="28308"/>
                  <a:pt x="84304" y="32403"/>
                  <a:pt x="86868" y="30480"/>
                </a:cubicBezTo>
                <a:cubicBezTo>
                  <a:pt x="88416" y="29319"/>
                  <a:pt x="86442" y="25677"/>
                  <a:pt x="84582" y="25146"/>
                </a:cubicBezTo>
                <a:cubicBezTo>
                  <a:pt x="72632" y="21732"/>
                  <a:pt x="59122" y="26827"/>
                  <a:pt x="48006" y="32385"/>
                </a:cubicBezTo>
                <a:cubicBezTo>
                  <a:pt x="44757" y="34009"/>
                  <a:pt x="42805" y="38150"/>
                  <a:pt x="39243" y="38862"/>
                </a:cubicBezTo>
                <a:cubicBezTo>
                  <a:pt x="26386" y="41433"/>
                  <a:pt x="9271" y="45466"/>
                  <a:pt x="0" y="36195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2" name="Google Shape;32;p4"/>
          <p:cNvSpPr/>
          <p:nvPr/>
        </p:nvSpPr>
        <p:spPr>
          <a:xfrm rot="-3920503" flipH="1">
            <a:off x="7742328" y="2518330"/>
            <a:ext cx="2447892" cy="1588979"/>
          </a:xfrm>
          <a:custGeom>
            <a:avLst/>
            <a:gdLst/>
            <a:ahLst/>
            <a:cxnLst/>
            <a:rect l="l" t="t" r="r" b="b"/>
            <a:pathLst>
              <a:path w="97917" h="63560" extrusionOk="0">
                <a:moveTo>
                  <a:pt x="97917" y="26984"/>
                </a:moveTo>
                <a:cubicBezTo>
                  <a:pt x="84621" y="36956"/>
                  <a:pt x="60077" y="30781"/>
                  <a:pt x="48768" y="18602"/>
                </a:cubicBezTo>
                <a:cubicBezTo>
                  <a:pt x="44368" y="13863"/>
                  <a:pt x="49241" y="-2088"/>
                  <a:pt x="55245" y="314"/>
                </a:cubicBezTo>
                <a:cubicBezTo>
                  <a:pt x="63962" y="3801"/>
                  <a:pt x="48788" y="19241"/>
                  <a:pt x="41148" y="24698"/>
                </a:cubicBezTo>
                <a:cubicBezTo>
                  <a:pt x="25796" y="35664"/>
                  <a:pt x="11786" y="48828"/>
                  <a:pt x="0" y="63560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33" name="Google Shape;33;p4"/>
          <p:cNvGrpSpPr/>
          <p:nvPr/>
        </p:nvGrpSpPr>
        <p:grpSpPr>
          <a:xfrm rot="-2354746" flipH="1">
            <a:off x="6897779" y="3910066"/>
            <a:ext cx="1429514" cy="1580654"/>
            <a:chOff x="4138184" y="930105"/>
            <a:chExt cx="3868174" cy="4277151"/>
          </a:xfrm>
        </p:grpSpPr>
        <p:sp>
          <p:nvSpPr>
            <p:cNvPr id="34" name="Google Shape;34;p4"/>
            <p:cNvSpPr/>
            <p:nvPr/>
          </p:nvSpPr>
          <p:spPr>
            <a:xfrm>
              <a:off x="4646780" y="3070434"/>
              <a:ext cx="2187893" cy="2136822"/>
            </a:xfrm>
            <a:custGeom>
              <a:avLst/>
              <a:gdLst/>
              <a:ahLst/>
              <a:cxnLst/>
              <a:rect l="l" t="t" r="r" b="b"/>
              <a:pathLst>
                <a:path w="101444" h="99076" extrusionOk="0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" name="Google Shape;35;p4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36" name="Google Shape;36;p4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avLst/>
                <a:gdLst/>
                <a:ahLst/>
                <a:cxnLst/>
                <a:rect l="l" t="t" r="r" b="b"/>
                <a:pathLst>
                  <a:path w="179352" h="174140" extrusionOk="0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avLst/>
                <a:gdLst/>
                <a:ahLst/>
                <a:cxnLst/>
                <a:rect l="l" t="t" r="r" b="b"/>
                <a:pathLst>
                  <a:path w="170421" h="142725" extrusionOk="0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7819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5248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avLst/>
                <a:gdLst/>
                <a:ahLst/>
                <a:cxnLst/>
                <a:rect l="l" t="t" r="r" b="b"/>
                <a:pathLst>
                  <a:path w="24298" h="8949" extrusionOk="0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6749" extrusionOk="0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7469" extrusionOk="0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avLst/>
                <a:gdLst/>
                <a:ahLst/>
                <a:cxnLst/>
                <a:rect l="l" t="t" r="r" b="b"/>
                <a:pathLst>
                  <a:path w="20244" h="19010" extrusionOk="0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avLst/>
                <a:gdLst/>
                <a:ahLst/>
                <a:cxnLst/>
                <a:rect l="l" t="t" r="r" b="b"/>
                <a:pathLst>
                  <a:path w="16130" h="5552" extrusionOk="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avLst/>
                <a:gdLst/>
                <a:ahLst/>
                <a:cxnLst/>
                <a:rect l="l" t="t" r="r" b="b"/>
                <a:pathLst>
                  <a:path w="15615" h="10740" extrusionOk="0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avLst/>
                <a:gdLst/>
                <a:ahLst/>
                <a:cxnLst/>
                <a:rect l="l" t="t" r="r" b="b"/>
                <a:pathLst>
                  <a:path w="19174" h="7325" extrusionOk="0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avLst/>
                <a:gdLst/>
                <a:ahLst/>
                <a:cxnLst/>
                <a:rect l="l" t="t" r="r" b="b"/>
                <a:pathLst>
                  <a:path w="13949" h="5110" extrusionOk="0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3809" extrusionOk="0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avLst/>
                <a:gdLst/>
                <a:ahLst/>
                <a:cxnLst/>
                <a:rect l="l" t="t" r="r" b="b"/>
                <a:pathLst>
                  <a:path w="15614" h="4587" extrusionOk="0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43" extrusionOk="0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avLst/>
                <a:gdLst/>
                <a:ahLst/>
                <a:cxnLst/>
                <a:rect l="l" t="t" r="r" b="b"/>
                <a:pathLst>
                  <a:path w="12838" h="6850" extrusionOk="0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23" extrusionOk="0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12694" h="3704" extrusionOk="0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9691" h="3704" extrusionOk="0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avLst/>
                <a:gdLst/>
                <a:ahLst/>
                <a:cxnLst/>
                <a:rect l="l" t="t" r="r" b="b"/>
                <a:pathLst>
                  <a:path w="54580" h="44950" extrusionOk="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avLst/>
                <a:gdLst/>
                <a:ahLst/>
                <a:cxnLst/>
                <a:rect l="l" t="t" r="r" b="b"/>
                <a:pathLst>
                  <a:path w="4055" h="1848" extrusionOk="0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157" h="1910" extrusionOk="0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342" h="1910" extrusionOk="0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69699" extrusionOk="0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2758" extrusionOk="0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2799" extrusionOk="0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64" extrusionOk="0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avLst/>
                <a:gdLst/>
                <a:ahLst/>
                <a:cxnLst/>
                <a:rect l="l" t="t" r="r" b="b"/>
                <a:pathLst>
                  <a:path w="16582" h="6768" extrusionOk="0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6233" extrusionOk="0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avLst/>
                <a:gdLst/>
                <a:ahLst/>
                <a:cxnLst/>
                <a:rect l="l" t="t" r="r" b="b"/>
                <a:pathLst>
                  <a:path w="4239" h="4758" extrusionOk="0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3087" extrusionOk="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avLst/>
                <a:gdLst/>
                <a:ahLst/>
                <a:cxnLst/>
                <a:rect l="l" t="t" r="r" b="b"/>
                <a:pathLst>
                  <a:path w="3560" h="3224" extrusionOk="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033" extrusionOk="0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3847" extrusionOk="0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3435" extrusionOk="0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3663" extrusionOk="0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48" extrusionOk="0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2367" extrusionOk="0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3" extrusionOk="0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13" extrusionOk="0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95" extrusionOk="0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311" extrusionOk="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20" extrusionOk="0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200" extrusionOk="0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1" extrusionOk="0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4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12" extrusionOk="0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4" extrusionOk="0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3" extrusionOk="0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8" extrusionOk="0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214" extrusionOk="0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09" extrusionOk="0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2" extrusionOk="0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9" extrusionOk="0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9" extrusionOk="0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1" extrusionOk="0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0" extrusionOk="0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306" extrusionOk="0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1" extrusionOk="0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195" extrusionOk="0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0" extrusionOk="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0" extrusionOk="0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89" extrusionOk="0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6" extrusionOk="0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5" extrusionOk="0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6" extrusionOk="0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7" extrusionOk="0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96" extrusionOk="0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6" extrusionOk="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4" extrusionOk="0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4" extrusionOk="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6" extrusionOk="0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6" extrusionOk="0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300" extrusionOk="0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195" extrusionOk="0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2" extrusionOk="0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3" extrusionOk="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4" extrusionOk="0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2184" extrusionOk="0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292" extrusionOk="0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195" extrusionOk="0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83" extrusionOk="0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2" extrusionOk="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194" extrusionOk="0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4" extrusionOk="0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7" extrusionOk="0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1" extrusionOk="0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2327" extrusionOk="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28" extrusionOk="0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337" extrusionOk="0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237" extrusionOk="0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0" extrusionOk="0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27" extrusionOk="0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2321" extrusionOk="0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42" extrusionOk="0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1" extrusionOk="0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233" extrusionOk="0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2" extrusionOk="0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41" extrusionOk="0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32" extrusionOk="0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1" extrusionOk="0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5" extrusionOk="0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3" extrusionOk="0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32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40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42" extrusionOk="0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8" extrusionOk="0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23" extrusionOk="0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22" extrusionOk="0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38" extrusionOk="0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22" extrusionOk="0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921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9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337" extrusionOk="0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4" extrusionOk="0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61" extrusionOk="0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5" extrusionOk="0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2239" extrusionOk="0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53" extrusionOk="0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55" extrusionOk="0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9" extrusionOk="0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53" extrusionOk="0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7" extrusionOk="0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6" extrusionOk="0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196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7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5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7"/>
          <p:cNvSpPr txBox="1">
            <a:spLocks noGrp="1"/>
          </p:cNvSpPr>
          <p:nvPr>
            <p:ph type="subTitle" idx="1"/>
          </p:nvPr>
        </p:nvSpPr>
        <p:spPr>
          <a:xfrm>
            <a:off x="720000" y="1703875"/>
            <a:ext cx="4294800" cy="20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 Deca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09" name="Google Shape;609;p7"/>
          <p:cNvSpPr/>
          <p:nvPr/>
        </p:nvSpPr>
        <p:spPr>
          <a:xfrm>
            <a:off x="-152400" y="-180975"/>
            <a:ext cx="5124450" cy="1809750"/>
          </a:xfrm>
          <a:custGeom>
            <a:avLst/>
            <a:gdLst/>
            <a:ahLst/>
            <a:cxnLst/>
            <a:rect l="l" t="t" r="r" b="b"/>
            <a:pathLst>
              <a:path w="204978" h="72390" extrusionOk="0">
                <a:moveTo>
                  <a:pt x="0" y="72390"/>
                </a:moveTo>
                <a:cubicBezTo>
                  <a:pt x="10727" y="65238"/>
                  <a:pt x="20272" y="50227"/>
                  <a:pt x="17145" y="37719"/>
                </a:cubicBezTo>
                <a:cubicBezTo>
                  <a:pt x="16463" y="34992"/>
                  <a:pt x="11132" y="33064"/>
                  <a:pt x="9144" y="35052"/>
                </a:cubicBezTo>
                <a:cubicBezTo>
                  <a:pt x="7312" y="36884"/>
                  <a:pt x="8128" y="42164"/>
                  <a:pt x="10668" y="42672"/>
                </a:cubicBezTo>
                <a:cubicBezTo>
                  <a:pt x="14626" y="43464"/>
                  <a:pt x="18951" y="41965"/>
                  <a:pt x="22479" y="40005"/>
                </a:cubicBezTo>
                <a:cubicBezTo>
                  <a:pt x="31748" y="34856"/>
                  <a:pt x="35974" y="22465"/>
                  <a:pt x="45720" y="18288"/>
                </a:cubicBezTo>
                <a:cubicBezTo>
                  <a:pt x="59507" y="12379"/>
                  <a:pt x="75794" y="18243"/>
                  <a:pt x="90678" y="16383"/>
                </a:cubicBezTo>
                <a:cubicBezTo>
                  <a:pt x="97655" y="15511"/>
                  <a:pt x="103555" y="10300"/>
                  <a:pt x="110490" y="9144"/>
                </a:cubicBezTo>
                <a:cubicBezTo>
                  <a:pt x="125053" y="6717"/>
                  <a:pt x="139579" y="14569"/>
                  <a:pt x="154305" y="15621"/>
                </a:cubicBezTo>
                <a:cubicBezTo>
                  <a:pt x="165460" y="16418"/>
                  <a:pt x="176081" y="10394"/>
                  <a:pt x="186690" y="6858"/>
                </a:cubicBezTo>
                <a:cubicBezTo>
                  <a:pt x="192866" y="4799"/>
                  <a:pt x="199561" y="3611"/>
                  <a:pt x="204978" y="0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pic>
        <p:nvPicPr>
          <p:cNvPr id="610" name="Google Shape;61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6701" y="975443"/>
            <a:ext cx="5295900" cy="245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7"/>
          <p:cNvPicPr preferRelativeResize="0"/>
          <p:nvPr/>
        </p:nvPicPr>
        <p:blipFill rotWithShape="1">
          <a:blip r:embed="rId4">
            <a:alphaModFix/>
          </a:blip>
          <a:srcRect t="14074"/>
          <a:stretch/>
        </p:blipFill>
        <p:spPr>
          <a:xfrm>
            <a:off x="-523875" y="3748649"/>
            <a:ext cx="5295899" cy="245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9101" y="-472240"/>
            <a:ext cx="5295898" cy="240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7501" y="3346591"/>
            <a:ext cx="5295899" cy="2373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9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9"/>
          <p:cNvSpPr txBox="1">
            <a:spLocks noGrp="1"/>
          </p:cNvSpPr>
          <p:nvPr>
            <p:ph type="title"/>
          </p:nvPr>
        </p:nvSpPr>
        <p:spPr>
          <a:xfrm>
            <a:off x="1819275" y="1525475"/>
            <a:ext cx="55056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 b="0">
                <a:solidFill>
                  <a:srgbClr val="13394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9"/>
          <p:cNvSpPr txBox="1">
            <a:spLocks noGrp="1"/>
          </p:cNvSpPr>
          <p:nvPr>
            <p:ph type="subTitle" idx="1"/>
          </p:nvPr>
        </p:nvSpPr>
        <p:spPr>
          <a:xfrm>
            <a:off x="1819275" y="2429425"/>
            <a:ext cx="55056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26" name="Google Shape;626;p9"/>
          <p:cNvPicPr preferRelativeResize="0"/>
          <p:nvPr/>
        </p:nvPicPr>
        <p:blipFill rotWithShape="1">
          <a:blip r:embed="rId3">
            <a:alphaModFix/>
          </a:blip>
          <a:srcRect l="6117" t="15316" r="6109" b="15316"/>
          <a:stretch/>
        </p:blipFill>
        <p:spPr>
          <a:xfrm>
            <a:off x="-1800225" y="-335225"/>
            <a:ext cx="4648202" cy="170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9"/>
          <p:cNvPicPr preferRelativeResize="0"/>
          <p:nvPr/>
        </p:nvPicPr>
        <p:blipFill rotWithShape="1">
          <a:blip r:embed="rId4">
            <a:alphaModFix/>
          </a:blip>
          <a:srcRect t="21078" b="21078"/>
          <a:stretch/>
        </p:blipFill>
        <p:spPr>
          <a:xfrm>
            <a:off x="5725675" y="17823"/>
            <a:ext cx="5295899" cy="137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9"/>
          <p:cNvPicPr preferRelativeResize="0"/>
          <p:nvPr/>
        </p:nvPicPr>
        <p:blipFill rotWithShape="1">
          <a:blip r:embed="rId5">
            <a:alphaModFix/>
          </a:blip>
          <a:srcRect l="6657" t="13668" r="6649" b="13668"/>
          <a:stretch/>
        </p:blipFill>
        <p:spPr>
          <a:xfrm>
            <a:off x="-1171575" y="3914775"/>
            <a:ext cx="4591052" cy="207522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9"/>
          <p:cNvSpPr/>
          <p:nvPr/>
        </p:nvSpPr>
        <p:spPr>
          <a:xfrm>
            <a:off x="1438275" y="-314325"/>
            <a:ext cx="5991225" cy="1042900"/>
          </a:xfrm>
          <a:custGeom>
            <a:avLst/>
            <a:gdLst/>
            <a:ahLst/>
            <a:cxnLst/>
            <a:rect l="l" t="t" r="r" b="b"/>
            <a:pathLst>
              <a:path w="239649" h="41716" extrusionOk="0">
                <a:moveTo>
                  <a:pt x="239649" y="36195"/>
                </a:moveTo>
                <a:cubicBezTo>
                  <a:pt x="232562" y="26746"/>
                  <a:pt x="217552" y="25908"/>
                  <a:pt x="205740" y="25908"/>
                </a:cubicBezTo>
                <a:cubicBezTo>
                  <a:pt x="197658" y="25908"/>
                  <a:pt x="187452" y="23622"/>
                  <a:pt x="181737" y="29337"/>
                </a:cubicBezTo>
                <a:cubicBezTo>
                  <a:pt x="176235" y="34839"/>
                  <a:pt x="198689" y="46296"/>
                  <a:pt x="202692" y="39624"/>
                </a:cubicBezTo>
                <a:cubicBezTo>
                  <a:pt x="208103" y="30606"/>
                  <a:pt x="189862" y="19775"/>
                  <a:pt x="179451" y="18288"/>
                </a:cubicBezTo>
                <a:cubicBezTo>
                  <a:pt x="163286" y="15979"/>
                  <a:pt x="148219" y="28040"/>
                  <a:pt x="132207" y="31242"/>
                </a:cubicBezTo>
                <a:cubicBezTo>
                  <a:pt x="105805" y="36522"/>
                  <a:pt x="77691" y="37971"/>
                  <a:pt x="51435" y="32004"/>
                </a:cubicBezTo>
                <a:cubicBezTo>
                  <a:pt x="31744" y="27529"/>
                  <a:pt x="15513" y="12927"/>
                  <a:pt x="0" y="0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pic>
        <p:nvPicPr>
          <p:cNvPr id="630" name="Google Shape;630;p9"/>
          <p:cNvPicPr preferRelativeResize="0"/>
          <p:nvPr/>
        </p:nvPicPr>
        <p:blipFill rotWithShape="1">
          <a:blip r:embed="rId6">
            <a:alphaModFix/>
          </a:blip>
          <a:srcRect t="12836" b="12836"/>
          <a:stretch/>
        </p:blipFill>
        <p:spPr>
          <a:xfrm>
            <a:off x="5954275" y="3476624"/>
            <a:ext cx="5295902" cy="17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11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539500"/>
            <a:ext cx="6576000" cy="15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7" name="Google Shape;637;p11"/>
          <p:cNvSpPr txBox="1">
            <a:spLocks noGrp="1"/>
          </p:cNvSpPr>
          <p:nvPr>
            <p:ph type="subTitle" idx="1"/>
          </p:nvPr>
        </p:nvSpPr>
        <p:spPr>
          <a:xfrm>
            <a:off x="1284000" y="2112650"/>
            <a:ext cx="6576000" cy="497100"/>
          </a:xfrm>
          <a:prstGeom prst="rect">
            <a:avLst/>
          </a:prstGeom>
          <a:solidFill>
            <a:srgbClr val="FFFFFF">
              <a:alpha val="345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638" name="Google Shape;63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2826" y="3582827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26" y="3310839"/>
            <a:ext cx="5295899" cy="2586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13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13"/>
          <p:cNvSpPr txBox="1">
            <a:spLocks noGrp="1"/>
          </p:cNvSpPr>
          <p:nvPr>
            <p:ph type="title"/>
          </p:nvPr>
        </p:nvSpPr>
        <p:spPr>
          <a:xfrm>
            <a:off x="1714500" y="445025"/>
            <a:ext cx="571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13"/>
          <p:cNvSpPr txBox="1">
            <a:spLocks noGrp="1"/>
          </p:cNvSpPr>
          <p:nvPr>
            <p:ph type="subTitle" idx="1"/>
          </p:nvPr>
        </p:nvSpPr>
        <p:spPr>
          <a:xfrm>
            <a:off x="719976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5" name="Google Shape;645;p13"/>
          <p:cNvSpPr txBox="1">
            <a:spLocks noGrp="1"/>
          </p:cNvSpPr>
          <p:nvPr>
            <p:ph type="subTitle" idx="2"/>
          </p:nvPr>
        </p:nvSpPr>
        <p:spPr>
          <a:xfrm>
            <a:off x="3419250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13"/>
          <p:cNvSpPr txBox="1">
            <a:spLocks noGrp="1"/>
          </p:cNvSpPr>
          <p:nvPr>
            <p:ph type="subTitle" idx="3"/>
          </p:nvPr>
        </p:nvSpPr>
        <p:spPr>
          <a:xfrm>
            <a:off x="719976" y="3931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13"/>
          <p:cNvSpPr txBox="1">
            <a:spLocks noGrp="1"/>
          </p:cNvSpPr>
          <p:nvPr>
            <p:ph type="subTitle" idx="4"/>
          </p:nvPr>
        </p:nvSpPr>
        <p:spPr>
          <a:xfrm>
            <a:off x="3419250" y="3931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13"/>
          <p:cNvSpPr txBox="1">
            <a:spLocks noGrp="1"/>
          </p:cNvSpPr>
          <p:nvPr>
            <p:ph type="subTitle" idx="5"/>
          </p:nvPr>
        </p:nvSpPr>
        <p:spPr>
          <a:xfrm>
            <a:off x="6118524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9" name="Google Shape;649;p13"/>
          <p:cNvSpPr txBox="1">
            <a:spLocks noGrp="1"/>
          </p:cNvSpPr>
          <p:nvPr>
            <p:ph type="subTitle" idx="6"/>
          </p:nvPr>
        </p:nvSpPr>
        <p:spPr>
          <a:xfrm>
            <a:off x="6118524" y="3931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376" y="1295873"/>
            <a:ext cx="734700" cy="572700"/>
          </a:xfrm>
          <a:prstGeom prst="rect">
            <a:avLst/>
          </a:prstGeom>
          <a:solidFill>
            <a:srgbClr val="FFFFFF">
              <a:alpha val="34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1" name="Google Shape;651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376" y="2957902"/>
            <a:ext cx="734700" cy="572700"/>
          </a:xfrm>
          <a:prstGeom prst="rect">
            <a:avLst/>
          </a:prstGeom>
          <a:solidFill>
            <a:srgbClr val="FFFFFF">
              <a:alpha val="34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2" name="Google Shape;652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50" y="1295873"/>
            <a:ext cx="734700" cy="572700"/>
          </a:xfrm>
          <a:prstGeom prst="rect">
            <a:avLst/>
          </a:prstGeom>
          <a:solidFill>
            <a:srgbClr val="FFFFFF">
              <a:alpha val="34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3" name="Google Shape;653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50" y="2957902"/>
            <a:ext cx="734700" cy="572700"/>
          </a:xfrm>
          <a:prstGeom prst="rect">
            <a:avLst/>
          </a:prstGeom>
          <a:solidFill>
            <a:srgbClr val="FFFFFF">
              <a:alpha val="34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4" name="Google Shape;654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95873"/>
            <a:ext cx="734700" cy="572700"/>
          </a:xfrm>
          <a:prstGeom prst="rect">
            <a:avLst/>
          </a:prstGeom>
          <a:solidFill>
            <a:srgbClr val="FFFFFF">
              <a:alpha val="34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5" name="Google Shape;655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57902"/>
            <a:ext cx="734700" cy="572700"/>
          </a:xfrm>
          <a:prstGeom prst="rect">
            <a:avLst/>
          </a:prstGeom>
          <a:solidFill>
            <a:srgbClr val="FFFFFF">
              <a:alpha val="34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6" name="Google Shape;656;p13"/>
          <p:cNvSpPr txBox="1">
            <a:spLocks noGrp="1"/>
          </p:cNvSpPr>
          <p:nvPr>
            <p:ph type="subTitle" idx="16"/>
          </p:nvPr>
        </p:nvSpPr>
        <p:spPr>
          <a:xfrm>
            <a:off x="719976" y="19803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7" name="Google Shape;657;p13"/>
          <p:cNvSpPr txBox="1">
            <a:spLocks noGrp="1"/>
          </p:cNvSpPr>
          <p:nvPr>
            <p:ph type="subTitle" idx="17"/>
          </p:nvPr>
        </p:nvSpPr>
        <p:spPr>
          <a:xfrm>
            <a:off x="3419250" y="19803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8" name="Google Shape;658;p13"/>
          <p:cNvSpPr txBox="1">
            <a:spLocks noGrp="1"/>
          </p:cNvSpPr>
          <p:nvPr>
            <p:ph type="subTitle" idx="18"/>
          </p:nvPr>
        </p:nvSpPr>
        <p:spPr>
          <a:xfrm>
            <a:off x="6118524" y="19803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9" name="Google Shape;659;p13"/>
          <p:cNvSpPr txBox="1">
            <a:spLocks noGrp="1"/>
          </p:cNvSpPr>
          <p:nvPr>
            <p:ph type="subTitle" idx="19"/>
          </p:nvPr>
        </p:nvSpPr>
        <p:spPr>
          <a:xfrm>
            <a:off x="719976" y="36424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0" name="Google Shape;660;p13"/>
          <p:cNvSpPr txBox="1">
            <a:spLocks noGrp="1"/>
          </p:cNvSpPr>
          <p:nvPr>
            <p:ph type="subTitle" idx="20"/>
          </p:nvPr>
        </p:nvSpPr>
        <p:spPr>
          <a:xfrm>
            <a:off x="3419250" y="36424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1" name="Google Shape;661;p13"/>
          <p:cNvSpPr txBox="1">
            <a:spLocks noGrp="1"/>
          </p:cNvSpPr>
          <p:nvPr>
            <p:ph type="subTitle" idx="21"/>
          </p:nvPr>
        </p:nvSpPr>
        <p:spPr>
          <a:xfrm>
            <a:off x="6118524" y="36424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662" name="Google Shape;6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8426" y="3960743"/>
            <a:ext cx="5295900" cy="245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524074" y="3844002"/>
            <a:ext cx="5295899" cy="258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463474" y="-985091"/>
            <a:ext cx="5295901" cy="2366198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13"/>
          <p:cNvSpPr/>
          <p:nvPr/>
        </p:nvSpPr>
        <p:spPr>
          <a:xfrm>
            <a:off x="8677275" y="790575"/>
            <a:ext cx="407400" cy="4533900"/>
          </a:xfrm>
          <a:custGeom>
            <a:avLst/>
            <a:gdLst/>
            <a:ahLst/>
            <a:cxnLst/>
            <a:rect l="l" t="t" r="r" b="b"/>
            <a:pathLst>
              <a:path w="16296" h="181356" extrusionOk="0">
                <a:moveTo>
                  <a:pt x="8001" y="0"/>
                </a:moveTo>
                <a:cubicBezTo>
                  <a:pt x="12330" y="1732"/>
                  <a:pt x="15773" y="7620"/>
                  <a:pt x="14859" y="12192"/>
                </a:cubicBezTo>
                <a:cubicBezTo>
                  <a:pt x="12416" y="24407"/>
                  <a:pt x="0" y="34025"/>
                  <a:pt x="0" y="46482"/>
                </a:cubicBezTo>
                <a:cubicBezTo>
                  <a:pt x="0" y="57848"/>
                  <a:pt x="2153" y="69882"/>
                  <a:pt x="8001" y="79629"/>
                </a:cubicBezTo>
                <a:cubicBezTo>
                  <a:pt x="12278" y="86758"/>
                  <a:pt x="17178" y="95021"/>
                  <a:pt x="16002" y="103251"/>
                </a:cubicBezTo>
                <a:cubicBezTo>
                  <a:pt x="14881" y="111095"/>
                  <a:pt x="10783" y="118262"/>
                  <a:pt x="7239" y="125349"/>
                </a:cubicBezTo>
                <a:cubicBezTo>
                  <a:pt x="1814" y="136200"/>
                  <a:pt x="762" y="149031"/>
                  <a:pt x="762" y="161163"/>
                </a:cubicBezTo>
                <a:cubicBezTo>
                  <a:pt x="762" y="167924"/>
                  <a:pt x="-357" y="175309"/>
                  <a:pt x="2667" y="181356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666" name="Google Shape;666;p13"/>
          <p:cNvSpPr/>
          <p:nvPr/>
        </p:nvSpPr>
        <p:spPr>
          <a:xfrm>
            <a:off x="-781050" y="-247650"/>
            <a:ext cx="3114675" cy="3295650"/>
          </a:xfrm>
          <a:custGeom>
            <a:avLst/>
            <a:gdLst/>
            <a:ahLst/>
            <a:cxnLst/>
            <a:rect l="l" t="t" r="r" b="b"/>
            <a:pathLst>
              <a:path w="124587" h="131826" extrusionOk="0">
                <a:moveTo>
                  <a:pt x="124587" y="762"/>
                </a:moveTo>
                <a:cubicBezTo>
                  <a:pt x="109157" y="13106"/>
                  <a:pt x="88341" y="20193"/>
                  <a:pt x="68580" y="20193"/>
                </a:cubicBezTo>
                <a:cubicBezTo>
                  <a:pt x="64845" y="20193"/>
                  <a:pt x="60823" y="17184"/>
                  <a:pt x="59436" y="13716"/>
                </a:cubicBezTo>
                <a:cubicBezTo>
                  <a:pt x="57558" y="9021"/>
                  <a:pt x="60857" y="0"/>
                  <a:pt x="65913" y="0"/>
                </a:cubicBezTo>
                <a:cubicBezTo>
                  <a:pt x="67996" y="0"/>
                  <a:pt x="69381" y="2898"/>
                  <a:pt x="69723" y="4953"/>
                </a:cubicBezTo>
                <a:cubicBezTo>
                  <a:pt x="70934" y="12219"/>
                  <a:pt x="60235" y="16353"/>
                  <a:pt x="54483" y="20955"/>
                </a:cubicBezTo>
                <a:cubicBezTo>
                  <a:pt x="47152" y="26820"/>
                  <a:pt x="43084" y="36346"/>
                  <a:pt x="40386" y="45339"/>
                </a:cubicBezTo>
                <a:cubicBezTo>
                  <a:pt x="35817" y="60568"/>
                  <a:pt x="48816" y="78145"/>
                  <a:pt x="43053" y="92964"/>
                </a:cubicBezTo>
                <a:cubicBezTo>
                  <a:pt x="36046" y="110982"/>
                  <a:pt x="15096" y="119749"/>
                  <a:pt x="0" y="131826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667" name="Google Shape;667;p13"/>
          <p:cNvGrpSpPr/>
          <p:nvPr/>
        </p:nvGrpSpPr>
        <p:grpSpPr>
          <a:xfrm rot="-7874487">
            <a:off x="7445949" y="-249506"/>
            <a:ext cx="1580608" cy="1422013"/>
            <a:chOff x="3831720" y="930105"/>
            <a:chExt cx="4174638" cy="3755764"/>
          </a:xfrm>
        </p:grpSpPr>
        <p:sp>
          <p:nvSpPr>
            <p:cNvPr id="668" name="Google Shape;668;p13"/>
            <p:cNvSpPr/>
            <p:nvPr/>
          </p:nvSpPr>
          <p:spPr>
            <a:xfrm>
              <a:off x="3831720" y="1171461"/>
              <a:ext cx="2187893" cy="2136822"/>
            </a:xfrm>
            <a:custGeom>
              <a:avLst/>
              <a:gdLst/>
              <a:ahLst/>
              <a:cxnLst/>
              <a:rect l="l" t="t" r="r" b="b"/>
              <a:pathLst>
                <a:path w="101444" h="99076" extrusionOk="0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9" name="Google Shape;669;p13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670" name="Google Shape;670;p13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avLst/>
                <a:gdLst/>
                <a:ahLst/>
                <a:cxnLst/>
                <a:rect l="l" t="t" r="r" b="b"/>
                <a:pathLst>
                  <a:path w="179352" h="174140" extrusionOk="0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avLst/>
                <a:gdLst/>
                <a:ahLst/>
                <a:cxnLst/>
                <a:rect l="l" t="t" r="r" b="b"/>
                <a:pathLst>
                  <a:path w="170421" h="142725" extrusionOk="0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7819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5248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avLst/>
                <a:gdLst/>
                <a:ahLst/>
                <a:cxnLst/>
                <a:rect l="l" t="t" r="r" b="b"/>
                <a:pathLst>
                  <a:path w="24298" h="8949" extrusionOk="0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6749" extrusionOk="0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7469" extrusionOk="0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avLst/>
                <a:gdLst/>
                <a:ahLst/>
                <a:cxnLst/>
                <a:rect l="l" t="t" r="r" b="b"/>
                <a:pathLst>
                  <a:path w="20244" h="19010" extrusionOk="0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avLst/>
                <a:gdLst/>
                <a:ahLst/>
                <a:cxnLst/>
                <a:rect l="l" t="t" r="r" b="b"/>
                <a:pathLst>
                  <a:path w="16130" h="5552" extrusionOk="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13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avLst/>
                <a:gdLst/>
                <a:ahLst/>
                <a:cxnLst/>
                <a:rect l="l" t="t" r="r" b="b"/>
                <a:pathLst>
                  <a:path w="15615" h="10740" extrusionOk="0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13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avLst/>
                <a:gdLst/>
                <a:ahLst/>
                <a:cxnLst/>
                <a:rect l="l" t="t" r="r" b="b"/>
                <a:pathLst>
                  <a:path w="19174" h="7325" extrusionOk="0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3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avLst/>
                <a:gdLst/>
                <a:ahLst/>
                <a:cxnLst/>
                <a:rect l="l" t="t" r="r" b="b"/>
                <a:pathLst>
                  <a:path w="13949" h="5110" extrusionOk="0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3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3809" extrusionOk="0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3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avLst/>
                <a:gdLst/>
                <a:ahLst/>
                <a:cxnLst/>
                <a:rect l="l" t="t" r="r" b="b"/>
                <a:pathLst>
                  <a:path w="15614" h="4587" extrusionOk="0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3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43" extrusionOk="0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3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avLst/>
                <a:gdLst/>
                <a:ahLst/>
                <a:cxnLst/>
                <a:rect l="l" t="t" r="r" b="b"/>
                <a:pathLst>
                  <a:path w="12838" h="6850" extrusionOk="0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3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23" extrusionOk="0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13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13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12694" h="3704" extrusionOk="0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3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9691" h="3704" extrusionOk="0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13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avLst/>
                <a:gdLst/>
                <a:ahLst/>
                <a:cxnLst/>
                <a:rect l="l" t="t" r="r" b="b"/>
                <a:pathLst>
                  <a:path w="54580" h="44950" extrusionOk="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13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avLst/>
                <a:gdLst/>
                <a:ahLst/>
                <a:cxnLst/>
                <a:rect l="l" t="t" r="r" b="b"/>
                <a:pathLst>
                  <a:path w="4055" h="1848" extrusionOk="0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13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157" h="1910" extrusionOk="0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13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342" h="1910" extrusionOk="0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13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69699" extrusionOk="0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13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2758" extrusionOk="0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13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2799" extrusionOk="0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13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64" extrusionOk="0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13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avLst/>
                <a:gdLst/>
                <a:ahLst/>
                <a:cxnLst/>
                <a:rect l="l" t="t" r="r" b="b"/>
                <a:pathLst>
                  <a:path w="16582" h="6768" extrusionOk="0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13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6233" extrusionOk="0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13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avLst/>
                <a:gdLst/>
                <a:ahLst/>
                <a:cxnLst/>
                <a:rect l="l" t="t" r="r" b="b"/>
                <a:pathLst>
                  <a:path w="4239" h="4758" extrusionOk="0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13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3087" extrusionOk="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13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avLst/>
                <a:gdLst/>
                <a:ahLst/>
                <a:cxnLst/>
                <a:rect l="l" t="t" r="r" b="b"/>
                <a:pathLst>
                  <a:path w="3560" h="3224" extrusionOk="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13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033" extrusionOk="0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13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3847" extrusionOk="0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13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3435" extrusionOk="0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3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3663" extrusionOk="0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13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48" extrusionOk="0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3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2367" extrusionOk="0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3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3" extrusionOk="0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3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13" extrusionOk="0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3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95" extrusionOk="0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13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311" extrusionOk="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3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20" extrusionOk="0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13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200" extrusionOk="0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13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1" extrusionOk="0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13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12" extrusionOk="0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13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4" extrusionOk="0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13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3" extrusionOk="0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13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8" extrusionOk="0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13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214" extrusionOk="0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13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09" extrusionOk="0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13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2" extrusionOk="0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13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9" extrusionOk="0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13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9" extrusionOk="0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13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1" extrusionOk="0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13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0" extrusionOk="0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13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306" extrusionOk="0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13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1" extrusionOk="0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13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195" extrusionOk="0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13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0" extrusionOk="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3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0" extrusionOk="0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13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89" extrusionOk="0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13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6" extrusionOk="0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13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5" extrusionOk="0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13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13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6" extrusionOk="0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13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7" extrusionOk="0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13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96" extrusionOk="0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13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6" extrusionOk="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13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4" extrusionOk="0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13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13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4" extrusionOk="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13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6" extrusionOk="0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13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6" extrusionOk="0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13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300" extrusionOk="0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13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195" extrusionOk="0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13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2" extrusionOk="0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13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3" extrusionOk="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13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4" extrusionOk="0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13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2184" extrusionOk="0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13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292" extrusionOk="0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13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195" extrusionOk="0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13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83" extrusionOk="0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13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2" extrusionOk="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13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194" extrusionOk="0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13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4" extrusionOk="0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13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7" extrusionOk="0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13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13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1" extrusionOk="0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13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2327" extrusionOk="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13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28" extrusionOk="0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3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13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337" extrusionOk="0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13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237" extrusionOk="0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3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0" extrusionOk="0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13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27" extrusionOk="0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3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13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13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2321" extrusionOk="0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3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42" extrusionOk="0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13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13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1" extrusionOk="0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3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233" extrusionOk="0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3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2" extrusionOk="0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3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41" extrusionOk="0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3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32" extrusionOk="0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13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1" extrusionOk="0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13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5" extrusionOk="0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3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3" extrusionOk="0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13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32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3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3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40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13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42" extrusionOk="0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3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8" extrusionOk="0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3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23" extrusionOk="0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3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22" extrusionOk="0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3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38" extrusionOk="0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3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22" extrusionOk="0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3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921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13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3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9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3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3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337" extrusionOk="0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3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4" extrusionOk="0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3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61" extrusionOk="0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3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5" extrusionOk="0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3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2239" extrusionOk="0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3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53" extrusionOk="0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13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55" extrusionOk="0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13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9" extrusionOk="0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3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53" extrusionOk="0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13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7" extrusionOk="0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13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6" extrusionOk="0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3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196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14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14"/>
          <p:cNvSpPr txBox="1">
            <a:spLocks noGrp="1"/>
          </p:cNvSpPr>
          <p:nvPr>
            <p:ph type="title"/>
          </p:nvPr>
        </p:nvSpPr>
        <p:spPr>
          <a:xfrm>
            <a:off x="5591175" y="3586200"/>
            <a:ext cx="28398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08" name="Google Shape;808;p14"/>
          <p:cNvSpPr txBox="1">
            <a:spLocks noGrp="1"/>
          </p:cNvSpPr>
          <p:nvPr>
            <p:ph type="subTitle" idx="1"/>
          </p:nvPr>
        </p:nvSpPr>
        <p:spPr>
          <a:xfrm>
            <a:off x="1809750" y="1025400"/>
            <a:ext cx="6621300" cy="245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pic>
        <p:nvPicPr>
          <p:cNvPr id="809" name="Google Shape;80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651" y="-1302290"/>
            <a:ext cx="5295898" cy="240724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14"/>
          <p:cNvSpPr/>
          <p:nvPr/>
        </p:nvSpPr>
        <p:spPr>
          <a:xfrm>
            <a:off x="2800350" y="-266700"/>
            <a:ext cx="6410325" cy="771725"/>
          </a:xfrm>
          <a:custGeom>
            <a:avLst/>
            <a:gdLst/>
            <a:ahLst/>
            <a:cxnLst/>
            <a:rect l="l" t="t" r="r" b="b"/>
            <a:pathLst>
              <a:path w="256413" h="30869" extrusionOk="0">
                <a:moveTo>
                  <a:pt x="256413" y="19050"/>
                </a:moveTo>
                <a:cubicBezTo>
                  <a:pt x="234726" y="23869"/>
                  <a:pt x="208604" y="38231"/>
                  <a:pt x="190119" y="25908"/>
                </a:cubicBezTo>
                <a:cubicBezTo>
                  <a:pt x="186705" y="23632"/>
                  <a:pt x="190798" y="15776"/>
                  <a:pt x="194691" y="14478"/>
                </a:cubicBezTo>
                <a:cubicBezTo>
                  <a:pt x="198324" y="13267"/>
                  <a:pt x="202874" y="13592"/>
                  <a:pt x="206121" y="15621"/>
                </a:cubicBezTo>
                <a:cubicBezTo>
                  <a:pt x="207736" y="16631"/>
                  <a:pt x="207468" y="19989"/>
                  <a:pt x="206121" y="21336"/>
                </a:cubicBezTo>
                <a:cubicBezTo>
                  <a:pt x="198096" y="29361"/>
                  <a:pt x="182978" y="21877"/>
                  <a:pt x="172212" y="18288"/>
                </a:cubicBezTo>
                <a:cubicBezTo>
                  <a:pt x="160984" y="14545"/>
                  <a:pt x="148580" y="15094"/>
                  <a:pt x="136779" y="16002"/>
                </a:cubicBezTo>
                <a:cubicBezTo>
                  <a:pt x="121053" y="17212"/>
                  <a:pt x="106225" y="23861"/>
                  <a:pt x="91059" y="28194"/>
                </a:cubicBezTo>
                <a:cubicBezTo>
                  <a:pt x="80174" y="31304"/>
                  <a:pt x="68437" y="30967"/>
                  <a:pt x="57150" y="30099"/>
                </a:cubicBezTo>
                <a:cubicBezTo>
                  <a:pt x="44255" y="29107"/>
                  <a:pt x="31887" y="23810"/>
                  <a:pt x="20193" y="18288"/>
                </a:cubicBezTo>
                <a:cubicBezTo>
                  <a:pt x="11981" y="14410"/>
                  <a:pt x="8122" y="4061"/>
                  <a:pt x="0" y="0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pic>
        <p:nvPicPr>
          <p:cNvPr id="811" name="Google Shape;81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028824" y="-961881"/>
            <a:ext cx="5295899" cy="2540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" name="Google Shape;1566;p22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68" name="Google Shape;1568;p22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4709100" cy="28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Lexend Deca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1569" name="Google Shape;15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2400299" y="-1234173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0" name="Google Shape;157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972176" y="4174585"/>
            <a:ext cx="5295898" cy="240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1" name="Google Shape;157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-1963300" y="3936819"/>
            <a:ext cx="5295899" cy="2540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2" name="Google Shape;1722;p24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24" name="Google Shape;1724;p24"/>
          <p:cNvSpPr txBox="1">
            <a:spLocks noGrp="1"/>
          </p:cNvSpPr>
          <p:nvPr>
            <p:ph type="subTitle" idx="1"/>
          </p:nvPr>
        </p:nvSpPr>
        <p:spPr>
          <a:xfrm>
            <a:off x="4730353" y="1429500"/>
            <a:ext cx="3693600" cy="25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5" name="Google Shape;1725;p24"/>
          <p:cNvSpPr txBox="1">
            <a:spLocks noGrp="1"/>
          </p:cNvSpPr>
          <p:nvPr>
            <p:ph type="subTitle" idx="2"/>
          </p:nvPr>
        </p:nvSpPr>
        <p:spPr>
          <a:xfrm>
            <a:off x="720000" y="1429500"/>
            <a:ext cx="3693600" cy="25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6" name="Google Shape;17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476" y="-1243691"/>
            <a:ext cx="5295901" cy="236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" name="Google Shape;17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4101" y="3773527"/>
            <a:ext cx="5295899" cy="2251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28" name="Google Shape;1728;p24"/>
          <p:cNvSpPr/>
          <p:nvPr/>
        </p:nvSpPr>
        <p:spPr>
          <a:xfrm rot="-251187">
            <a:off x="7194911" y="-190501"/>
            <a:ext cx="2287827" cy="5467176"/>
          </a:xfrm>
          <a:custGeom>
            <a:avLst/>
            <a:gdLst/>
            <a:ahLst/>
            <a:cxnLst/>
            <a:rect l="l" t="t" r="r" b="b"/>
            <a:pathLst>
              <a:path w="91516" h="218694" extrusionOk="0">
                <a:moveTo>
                  <a:pt x="6336" y="0"/>
                </a:moveTo>
                <a:cubicBezTo>
                  <a:pt x="2426" y="2932"/>
                  <a:pt x="-719" y="8542"/>
                  <a:pt x="240" y="13335"/>
                </a:cubicBezTo>
                <a:cubicBezTo>
                  <a:pt x="1262" y="18447"/>
                  <a:pt x="8033" y="21361"/>
                  <a:pt x="13194" y="22098"/>
                </a:cubicBezTo>
                <a:cubicBezTo>
                  <a:pt x="32334" y="24832"/>
                  <a:pt x="65916" y="13184"/>
                  <a:pt x="70344" y="32004"/>
                </a:cubicBezTo>
                <a:cubicBezTo>
                  <a:pt x="72191" y="39855"/>
                  <a:pt x="70473" y="48594"/>
                  <a:pt x="67296" y="56007"/>
                </a:cubicBezTo>
                <a:cubicBezTo>
                  <a:pt x="64745" y="61960"/>
                  <a:pt x="59217" y="66763"/>
                  <a:pt x="58152" y="73152"/>
                </a:cubicBezTo>
                <a:cubicBezTo>
                  <a:pt x="57443" y="77406"/>
                  <a:pt x="59750" y="81664"/>
                  <a:pt x="61200" y="85725"/>
                </a:cubicBezTo>
                <a:cubicBezTo>
                  <a:pt x="64704" y="95535"/>
                  <a:pt x="76519" y="99914"/>
                  <a:pt x="83298" y="107823"/>
                </a:cubicBezTo>
                <a:cubicBezTo>
                  <a:pt x="88991" y="114465"/>
                  <a:pt x="94643" y="126351"/>
                  <a:pt x="89394" y="133350"/>
                </a:cubicBezTo>
                <a:cubicBezTo>
                  <a:pt x="86292" y="137486"/>
                  <a:pt x="80848" y="140589"/>
                  <a:pt x="75678" y="140589"/>
                </a:cubicBezTo>
                <a:cubicBezTo>
                  <a:pt x="72534" y="140589"/>
                  <a:pt x="70440" y="136621"/>
                  <a:pt x="69201" y="133731"/>
                </a:cubicBezTo>
                <a:cubicBezTo>
                  <a:pt x="66618" y="127705"/>
                  <a:pt x="74243" y="113033"/>
                  <a:pt x="79488" y="116967"/>
                </a:cubicBezTo>
                <a:cubicBezTo>
                  <a:pt x="96619" y="129815"/>
                  <a:pt x="54966" y="153252"/>
                  <a:pt x="50151" y="174117"/>
                </a:cubicBezTo>
                <a:cubicBezTo>
                  <a:pt x="48398" y="181715"/>
                  <a:pt x="58734" y="187272"/>
                  <a:pt x="64248" y="192786"/>
                </a:cubicBezTo>
                <a:cubicBezTo>
                  <a:pt x="70501" y="199039"/>
                  <a:pt x="69963" y="209850"/>
                  <a:pt x="69963" y="218694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729" name="Google Shape;1729;p24"/>
          <p:cNvSpPr/>
          <p:nvPr/>
        </p:nvSpPr>
        <p:spPr>
          <a:xfrm>
            <a:off x="4724400" y="4609318"/>
            <a:ext cx="3905250" cy="915175"/>
          </a:xfrm>
          <a:custGeom>
            <a:avLst/>
            <a:gdLst/>
            <a:ahLst/>
            <a:cxnLst/>
            <a:rect l="l" t="t" r="r" b="b"/>
            <a:pathLst>
              <a:path w="156210" h="36607" extrusionOk="0">
                <a:moveTo>
                  <a:pt x="0" y="20605"/>
                </a:moveTo>
                <a:cubicBezTo>
                  <a:pt x="7819" y="22343"/>
                  <a:pt x="16102" y="23065"/>
                  <a:pt x="24003" y="21748"/>
                </a:cubicBezTo>
                <a:cubicBezTo>
                  <a:pt x="36962" y="19588"/>
                  <a:pt x="46333" y="7753"/>
                  <a:pt x="58293" y="2317"/>
                </a:cubicBezTo>
                <a:cubicBezTo>
                  <a:pt x="66617" y="-1467"/>
                  <a:pt x="76830" y="199"/>
                  <a:pt x="85725" y="2317"/>
                </a:cubicBezTo>
                <a:cubicBezTo>
                  <a:pt x="88937" y="3082"/>
                  <a:pt x="93119" y="3327"/>
                  <a:pt x="94869" y="6127"/>
                </a:cubicBezTo>
                <a:cubicBezTo>
                  <a:pt x="97166" y="9803"/>
                  <a:pt x="97153" y="14899"/>
                  <a:pt x="96012" y="19081"/>
                </a:cubicBezTo>
                <a:cubicBezTo>
                  <a:pt x="94446" y="24824"/>
                  <a:pt x="77195" y="28321"/>
                  <a:pt x="78486" y="22510"/>
                </a:cubicBezTo>
                <a:cubicBezTo>
                  <a:pt x="79985" y="15763"/>
                  <a:pt x="91005" y="15271"/>
                  <a:pt x="97917" y="15271"/>
                </a:cubicBezTo>
                <a:cubicBezTo>
                  <a:pt x="104161" y="15271"/>
                  <a:pt x="110847" y="14335"/>
                  <a:pt x="116586" y="16795"/>
                </a:cubicBezTo>
                <a:cubicBezTo>
                  <a:pt x="121931" y="19086"/>
                  <a:pt x="126396" y="23054"/>
                  <a:pt x="131445" y="25939"/>
                </a:cubicBezTo>
                <a:cubicBezTo>
                  <a:pt x="139249" y="30398"/>
                  <a:pt x="149854" y="30251"/>
                  <a:pt x="156210" y="36607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pic>
        <p:nvPicPr>
          <p:cNvPr id="1730" name="Google Shape;1730;p24"/>
          <p:cNvPicPr preferRelativeResize="0"/>
          <p:nvPr/>
        </p:nvPicPr>
        <p:blipFill rotWithShape="1">
          <a:blip r:embed="rId5">
            <a:alphaModFix/>
          </a:blip>
          <a:srcRect t="15033" b="15040"/>
          <a:stretch/>
        </p:blipFill>
        <p:spPr>
          <a:xfrm>
            <a:off x="-882300" y="4152899"/>
            <a:ext cx="5295899" cy="180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7" name="Google Shape;2787;p31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8" name="Google Shape;27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286250" y="3424243"/>
            <a:ext cx="5295900" cy="245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9" name="Google Shape;27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03724" y="3464541"/>
            <a:ext cx="5295899" cy="2373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0" name="Google Shape;279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4051" y="3959964"/>
            <a:ext cx="5295899" cy="225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1" name="Google Shape;2791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38176" y="2796126"/>
            <a:ext cx="5295897" cy="2290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2" name="Google Shape;279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6426" y="-821586"/>
            <a:ext cx="5295899" cy="22518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3" name="Google Shape;2793;p31"/>
          <p:cNvGrpSpPr/>
          <p:nvPr/>
        </p:nvGrpSpPr>
        <p:grpSpPr>
          <a:xfrm rot="1478259" flipH="1">
            <a:off x="8349965" y="2736311"/>
            <a:ext cx="1429879" cy="1600485"/>
            <a:chOff x="4138184" y="930105"/>
            <a:chExt cx="3868174" cy="4329704"/>
          </a:xfrm>
        </p:grpSpPr>
        <p:sp>
          <p:nvSpPr>
            <p:cNvPr id="2794" name="Google Shape;2794;p31"/>
            <p:cNvSpPr/>
            <p:nvPr/>
          </p:nvSpPr>
          <p:spPr>
            <a:xfrm>
              <a:off x="4368726" y="3122987"/>
              <a:ext cx="2187893" cy="2136822"/>
            </a:xfrm>
            <a:custGeom>
              <a:avLst/>
              <a:gdLst/>
              <a:ahLst/>
              <a:cxnLst/>
              <a:rect l="l" t="t" r="r" b="b"/>
              <a:pathLst>
                <a:path w="101444" h="99076" extrusionOk="0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216893">
                <a:alpha val="38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95" name="Google Shape;2795;p31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2796" name="Google Shape;2796;p31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avLst/>
                <a:gdLst/>
                <a:ahLst/>
                <a:cxnLst/>
                <a:rect l="l" t="t" r="r" b="b"/>
                <a:pathLst>
                  <a:path w="179352" h="174140" extrusionOk="0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31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avLst/>
                <a:gdLst/>
                <a:ahLst/>
                <a:cxnLst/>
                <a:rect l="l" t="t" r="r" b="b"/>
                <a:pathLst>
                  <a:path w="170421" h="142725" extrusionOk="0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31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7819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31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5248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31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avLst/>
                <a:gdLst/>
                <a:ahLst/>
                <a:cxnLst/>
                <a:rect l="l" t="t" r="r" b="b"/>
                <a:pathLst>
                  <a:path w="24298" h="8949" extrusionOk="0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31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6749" extrusionOk="0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31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7469" extrusionOk="0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31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avLst/>
                <a:gdLst/>
                <a:ahLst/>
                <a:cxnLst/>
                <a:rect l="l" t="t" r="r" b="b"/>
                <a:pathLst>
                  <a:path w="20244" h="19010" extrusionOk="0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31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avLst/>
                <a:gdLst/>
                <a:ahLst/>
                <a:cxnLst/>
                <a:rect l="l" t="t" r="r" b="b"/>
                <a:pathLst>
                  <a:path w="16130" h="5552" extrusionOk="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31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avLst/>
                <a:gdLst/>
                <a:ahLst/>
                <a:cxnLst/>
                <a:rect l="l" t="t" r="r" b="b"/>
                <a:pathLst>
                  <a:path w="15615" h="10740" extrusionOk="0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31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avLst/>
                <a:gdLst/>
                <a:ahLst/>
                <a:cxnLst/>
                <a:rect l="l" t="t" r="r" b="b"/>
                <a:pathLst>
                  <a:path w="19174" h="7325" extrusionOk="0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31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avLst/>
                <a:gdLst/>
                <a:ahLst/>
                <a:cxnLst/>
                <a:rect l="l" t="t" r="r" b="b"/>
                <a:pathLst>
                  <a:path w="13949" h="5110" extrusionOk="0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31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3809" extrusionOk="0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31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avLst/>
                <a:gdLst/>
                <a:ahLst/>
                <a:cxnLst/>
                <a:rect l="l" t="t" r="r" b="b"/>
                <a:pathLst>
                  <a:path w="15614" h="4587" extrusionOk="0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31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43" extrusionOk="0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31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avLst/>
                <a:gdLst/>
                <a:ahLst/>
                <a:cxnLst/>
                <a:rect l="l" t="t" r="r" b="b"/>
                <a:pathLst>
                  <a:path w="12838" h="6850" extrusionOk="0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31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23" extrusionOk="0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31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31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12694" h="3704" extrusionOk="0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31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9691" h="3704" extrusionOk="0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31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avLst/>
                <a:gdLst/>
                <a:ahLst/>
                <a:cxnLst/>
                <a:rect l="l" t="t" r="r" b="b"/>
                <a:pathLst>
                  <a:path w="54580" h="44950" extrusionOk="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31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avLst/>
                <a:gdLst/>
                <a:ahLst/>
                <a:cxnLst/>
                <a:rect l="l" t="t" r="r" b="b"/>
                <a:pathLst>
                  <a:path w="4055" h="1848" extrusionOk="0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31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157" h="1910" extrusionOk="0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31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342" h="1910" extrusionOk="0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31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69699" extrusionOk="0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31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2758" extrusionOk="0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31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2799" extrusionOk="0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31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64" extrusionOk="0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31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avLst/>
                <a:gdLst/>
                <a:ahLst/>
                <a:cxnLst/>
                <a:rect l="l" t="t" r="r" b="b"/>
                <a:pathLst>
                  <a:path w="16582" h="6768" extrusionOk="0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31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6233" extrusionOk="0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31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avLst/>
                <a:gdLst/>
                <a:ahLst/>
                <a:cxnLst/>
                <a:rect l="l" t="t" r="r" b="b"/>
                <a:pathLst>
                  <a:path w="4239" h="4758" extrusionOk="0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31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3087" extrusionOk="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31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avLst/>
                <a:gdLst/>
                <a:ahLst/>
                <a:cxnLst/>
                <a:rect l="l" t="t" r="r" b="b"/>
                <a:pathLst>
                  <a:path w="3560" h="3224" extrusionOk="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31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033" extrusionOk="0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31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3847" extrusionOk="0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31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3435" extrusionOk="0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31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3663" extrusionOk="0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31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48" extrusionOk="0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31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2367" extrusionOk="0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31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3" extrusionOk="0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31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13" extrusionOk="0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1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95" extrusionOk="0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1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311" extrusionOk="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1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20" extrusionOk="0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1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200" extrusionOk="0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1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1" extrusionOk="0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31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12" extrusionOk="0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31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4" extrusionOk="0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1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3" extrusionOk="0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1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8" extrusionOk="0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1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214" extrusionOk="0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1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09" extrusionOk="0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1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2" extrusionOk="0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1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9" extrusionOk="0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31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9" extrusionOk="0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31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1" extrusionOk="0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31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0" extrusionOk="0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31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306" extrusionOk="0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Google Shape;2854;p31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1" extrusionOk="0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31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195" extrusionOk="0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31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0" extrusionOk="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31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0" extrusionOk="0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31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89" extrusionOk="0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31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6" extrusionOk="0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31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5" extrusionOk="0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31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31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6" extrusionOk="0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31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7" extrusionOk="0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31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96" extrusionOk="0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31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6" extrusionOk="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31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4" extrusionOk="0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31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31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4" extrusionOk="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31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6" extrusionOk="0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31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6" extrusionOk="0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31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300" extrusionOk="0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31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195" extrusionOk="0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31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2" extrusionOk="0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31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3" extrusionOk="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31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4" extrusionOk="0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31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2184" extrusionOk="0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31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292" extrusionOk="0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31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195" extrusionOk="0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31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83" extrusionOk="0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31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2" extrusionOk="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31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194" extrusionOk="0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31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4" extrusionOk="0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31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7" extrusionOk="0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31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31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1" extrusionOk="0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31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2327" extrusionOk="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31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28" extrusionOk="0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31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31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337" extrusionOk="0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31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237" extrusionOk="0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31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0" extrusionOk="0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31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27" extrusionOk="0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31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31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31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2321" extrusionOk="0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31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42" extrusionOk="0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31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31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1" extrusionOk="0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31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233" extrusionOk="0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31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2" extrusionOk="0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31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41" extrusionOk="0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31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32" extrusionOk="0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31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1" extrusionOk="0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31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5" extrusionOk="0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31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3" extrusionOk="0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31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32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31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31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40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31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42" extrusionOk="0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31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8" extrusionOk="0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31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23" extrusionOk="0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31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22" extrusionOk="0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31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38" extrusionOk="0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31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22" extrusionOk="0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31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921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31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1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9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1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1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337" extrusionOk="0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1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4" extrusionOk="0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1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61" extrusionOk="0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1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5" extrusionOk="0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1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2239" extrusionOk="0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1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53" extrusionOk="0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1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55" extrusionOk="0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31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9" extrusionOk="0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31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53" extrusionOk="0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1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7" extrusionOk="0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1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6" extrusionOk="0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1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196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31" name="Google Shape;2931;p31"/>
          <p:cNvGrpSpPr/>
          <p:nvPr/>
        </p:nvGrpSpPr>
        <p:grpSpPr>
          <a:xfrm rot="6170894" flipH="1">
            <a:off x="-852305" y="1602879"/>
            <a:ext cx="1896899" cy="1388338"/>
            <a:chOff x="2874822" y="930105"/>
            <a:chExt cx="5131535" cy="3755764"/>
          </a:xfrm>
        </p:grpSpPr>
        <p:sp>
          <p:nvSpPr>
            <p:cNvPr id="2932" name="Google Shape;2932;p31"/>
            <p:cNvSpPr/>
            <p:nvPr/>
          </p:nvSpPr>
          <p:spPr>
            <a:xfrm>
              <a:off x="2874822" y="1237377"/>
              <a:ext cx="2187893" cy="2136822"/>
            </a:xfrm>
            <a:custGeom>
              <a:avLst/>
              <a:gdLst/>
              <a:ahLst/>
              <a:cxnLst/>
              <a:rect l="l" t="t" r="r" b="b"/>
              <a:pathLst>
                <a:path w="101444" h="99076" extrusionOk="0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216893">
                <a:alpha val="38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3" name="Google Shape;2933;p31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2934" name="Google Shape;2934;p31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avLst/>
                <a:gdLst/>
                <a:ahLst/>
                <a:cxnLst/>
                <a:rect l="l" t="t" r="r" b="b"/>
                <a:pathLst>
                  <a:path w="179352" h="174140" extrusionOk="0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1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avLst/>
                <a:gdLst/>
                <a:ahLst/>
                <a:cxnLst/>
                <a:rect l="l" t="t" r="r" b="b"/>
                <a:pathLst>
                  <a:path w="170421" h="142725" extrusionOk="0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1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7819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31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5248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31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avLst/>
                <a:gdLst/>
                <a:ahLst/>
                <a:cxnLst/>
                <a:rect l="l" t="t" r="r" b="b"/>
                <a:pathLst>
                  <a:path w="24298" h="8949" extrusionOk="0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31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6749" extrusionOk="0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31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7469" extrusionOk="0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31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avLst/>
                <a:gdLst/>
                <a:ahLst/>
                <a:cxnLst/>
                <a:rect l="l" t="t" r="r" b="b"/>
                <a:pathLst>
                  <a:path w="20244" h="19010" extrusionOk="0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31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avLst/>
                <a:gdLst/>
                <a:ahLst/>
                <a:cxnLst/>
                <a:rect l="l" t="t" r="r" b="b"/>
                <a:pathLst>
                  <a:path w="16130" h="5552" extrusionOk="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31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avLst/>
                <a:gdLst/>
                <a:ahLst/>
                <a:cxnLst/>
                <a:rect l="l" t="t" r="r" b="b"/>
                <a:pathLst>
                  <a:path w="15615" h="10740" extrusionOk="0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31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avLst/>
                <a:gdLst/>
                <a:ahLst/>
                <a:cxnLst/>
                <a:rect l="l" t="t" r="r" b="b"/>
                <a:pathLst>
                  <a:path w="19174" h="7325" extrusionOk="0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31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avLst/>
                <a:gdLst/>
                <a:ahLst/>
                <a:cxnLst/>
                <a:rect l="l" t="t" r="r" b="b"/>
                <a:pathLst>
                  <a:path w="13949" h="5110" extrusionOk="0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31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3809" extrusionOk="0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31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avLst/>
                <a:gdLst/>
                <a:ahLst/>
                <a:cxnLst/>
                <a:rect l="l" t="t" r="r" b="b"/>
                <a:pathLst>
                  <a:path w="15614" h="4587" extrusionOk="0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1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43" extrusionOk="0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1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avLst/>
                <a:gdLst/>
                <a:ahLst/>
                <a:cxnLst/>
                <a:rect l="l" t="t" r="r" b="b"/>
                <a:pathLst>
                  <a:path w="12838" h="6850" extrusionOk="0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1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23" extrusionOk="0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31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31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12694" h="3704" extrusionOk="0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31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9691" h="3704" extrusionOk="0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31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avLst/>
                <a:gdLst/>
                <a:ahLst/>
                <a:cxnLst/>
                <a:rect l="l" t="t" r="r" b="b"/>
                <a:pathLst>
                  <a:path w="54580" h="44950" extrusionOk="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31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avLst/>
                <a:gdLst/>
                <a:ahLst/>
                <a:cxnLst/>
                <a:rect l="l" t="t" r="r" b="b"/>
                <a:pathLst>
                  <a:path w="4055" h="1848" extrusionOk="0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31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157" h="1910" extrusionOk="0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31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342" h="1910" extrusionOk="0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31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69699" extrusionOk="0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31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2758" extrusionOk="0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31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2799" extrusionOk="0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31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64" extrusionOk="0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31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avLst/>
                <a:gdLst/>
                <a:ahLst/>
                <a:cxnLst/>
                <a:rect l="l" t="t" r="r" b="b"/>
                <a:pathLst>
                  <a:path w="16582" h="6768" extrusionOk="0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31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6233" extrusionOk="0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31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avLst/>
                <a:gdLst/>
                <a:ahLst/>
                <a:cxnLst/>
                <a:rect l="l" t="t" r="r" b="b"/>
                <a:pathLst>
                  <a:path w="4239" h="4758" extrusionOk="0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31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3087" extrusionOk="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31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avLst/>
                <a:gdLst/>
                <a:ahLst/>
                <a:cxnLst/>
                <a:rect l="l" t="t" r="r" b="b"/>
                <a:pathLst>
                  <a:path w="3560" h="3224" extrusionOk="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31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033" extrusionOk="0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31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3847" extrusionOk="0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31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3435" extrusionOk="0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31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3663" extrusionOk="0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31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48" extrusionOk="0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31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2367" extrusionOk="0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31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3" extrusionOk="0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31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13" extrusionOk="0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31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95" extrusionOk="0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31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311" extrusionOk="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1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20" extrusionOk="0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31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200" extrusionOk="0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31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1" extrusionOk="0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31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12" extrusionOk="0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31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4" extrusionOk="0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31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3" extrusionOk="0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31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8" extrusionOk="0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31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214" extrusionOk="0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31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09" extrusionOk="0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31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2" extrusionOk="0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31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9" extrusionOk="0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31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9" extrusionOk="0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31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1" extrusionOk="0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31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0" extrusionOk="0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31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306" extrusionOk="0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31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1" extrusionOk="0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31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195" extrusionOk="0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31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0" extrusionOk="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31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0" extrusionOk="0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31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89" extrusionOk="0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31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6" extrusionOk="0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31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5" extrusionOk="0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31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31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6" extrusionOk="0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31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7" extrusionOk="0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31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96" extrusionOk="0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31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6" extrusionOk="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31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4" extrusionOk="0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31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31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4" extrusionOk="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31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6" extrusionOk="0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31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6" extrusionOk="0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31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300" extrusionOk="0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31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195" extrusionOk="0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31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2" extrusionOk="0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31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3" extrusionOk="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31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4" extrusionOk="0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31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2184" extrusionOk="0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31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292" extrusionOk="0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31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195" extrusionOk="0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31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83" extrusionOk="0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31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2" extrusionOk="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31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194" extrusionOk="0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31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4" extrusionOk="0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31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7" extrusionOk="0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31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31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1" extrusionOk="0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31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2327" extrusionOk="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31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28" extrusionOk="0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31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31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337" extrusionOk="0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31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237" extrusionOk="0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31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0" extrusionOk="0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31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27" extrusionOk="0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31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31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31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2321" extrusionOk="0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31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42" extrusionOk="0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31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31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1" extrusionOk="0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31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233" extrusionOk="0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31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2" extrusionOk="0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31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41" extrusionOk="0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31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32" extrusionOk="0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31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1" extrusionOk="0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31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5" extrusionOk="0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31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3" extrusionOk="0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31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32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31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31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40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Google Shape;3047;p31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42" extrusionOk="0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Google Shape;3048;p31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8" extrusionOk="0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31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23" extrusionOk="0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31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22" extrusionOk="0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31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38" extrusionOk="0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31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22" extrusionOk="0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31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921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31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31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9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31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31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337" extrusionOk="0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31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4" extrusionOk="0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31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61" extrusionOk="0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31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5" extrusionOk="0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31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2239" extrusionOk="0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31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53" extrusionOk="0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31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55" extrusionOk="0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31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9" extrusionOk="0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31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53" extrusionOk="0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31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7" extrusionOk="0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31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6" extrusionOk="0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31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196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9" name="Google Shape;3069;p31"/>
          <p:cNvSpPr/>
          <p:nvPr/>
        </p:nvSpPr>
        <p:spPr>
          <a:xfrm flipH="1">
            <a:off x="-87205" y="4191000"/>
            <a:ext cx="9794850" cy="1002925"/>
          </a:xfrm>
          <a:custGeom>
            <a:avLst/>
            <a:gdLst/>
            <a:ahLst/>
            <a:cxnLst/>
            <a:rect l="l" t="t" r="r" b="b"/>
            <a:pathLst>
              <a:path w="391794" h="40117" extrusionOk="0">
                <a:moveTo>
                  <a:pt x="3174" y="0"/>
                </a:moveTo>
                <a:cubicBezTo>
                  <a:pt x="-2909" y="6083"/>
                  <a:pt x="589" y="19772"/>
                  <a:pt x="6984" y="25527"/>
                </a:cubicBezTo>
                <a:cubicBezTo>
                  <a:pt x="13414" y="31314"/>
                  <a:pt x="25694" y="31850"/>
                  <a:pt x="32892" y="27051"/>
                </a:cubicBezTo>
                <a:cubicBezTo>
                  <a:pt x="35633" y="25223"/>
                  <a:pt x="38110" y="21519"/>
                  <a:pt x="37464" y="18288"/>
                </a:cubicBezTo>
                <a:cubicBezTo>
                  <a:pt x="36960" y="15766"/>
                  <a:pt x="33539" y="13778"/>
                  <a:pt x="30987" y="14097"/>
                </a:cubicBezTo>
                <a:cubicBezTo>
                  <a:pt x="25063" y="14838"/>
                  <a:pt x="25063" y="29787"/>
                  <a:pt x="30606" y="32004"/>
                </a:cubicBezTo>
                <a:cubicBezTo>
                  <a:pt x="57874" y="42911"/>
                  <a:pt x="89438" y="17100"/>
                  <a:pt x="118236" y="22860"/>
                </a:cubicBezTo>
                <a:cubicBezTo>
                  <a:pt x="142766" y="27766"/>
                  <a:pt x="166565" y="42727"/>
                  <a:pt x="191388" y="39624"/>
                </a:cubicBezTo>
                <a:cubicBezTo>
                  <a:pt x="203350" y="38129"/>
                  <a:pt x="214572" y="32992"/>
                  <a:pt x="226059" y="29337"/>
                </a:cubicBezTo>
                <a:cubicBezTo>
                  <a:pt x="240306" y="24804"/>
                  <a:pt x="255730" y="23237"/>
                  <a:pt x="270636" y="24384"/>
                </a:cubicBezTo>
                <a:cubicBezTo>
                  <a:pt x="294454" y="26216"/>
                  <a:pt x="317351" y="39715"/>
                  <a:pt x="341121" y="37338"/>
                </a:cubicBezTo>
                <a:cubicBezTo>
                  <a:pt x="358566" y="35593"/>
                  <a:pt x="374262" y="23241"/>
                  <a:pt x="391794" y="23241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070" name="Google Shape;3070;p31"/>
          <p:cNvSpPr/>
          <p:nvPr/>
        </p:nvSpPr>
        <p:spPr>
          <a:xfrm flipH="1">
            <a:off x="-96738" y="-190500"/>
            <a:ext cx="6019800" cy="1533525"/>
          </a:xfrm>
          <a:custGeom>
            <a:avLst/>
            <a:gdLst/>
            <a:ahLst/>
            <a:cxnLst/>
            <a:rect l="l" t="t" r="r" b="b"/>
            <a:pathLst>
              <a:path w="240792" h="61341" extrusionOk="0">
                <a:moveTo>
                  <a:pt x="240792" y="61341"/>
                </a:moveTo>
                <a:cubicBezTo>
                  <a:pt x="231352" y="61341"/>
                  <a:pt x="220676" y="54485"/>
                  <a:pt x="217170" y="45720"/>
                </a:cubicBezTo>
                <a:cubicBezTo>
                  <a:pt x="214326" y="38610"/>
                  <a:pt x="217599" y="30289"/>
                  <a:pt x="219456" y="22860"/>
                </a:cubicBezTo>
                <a:cubicBezTo>
                  <a:pt x="220186" y="19939"/>
                  <a:pt x="220636" y="14859"/>
                  <a:pt x="223647" y="14859"/>
                </a:cubicBezTo>
                <a:cubicBezTo>
                  <a:pt x="225133" y="14859"/>
                  <a:pt x="225171" y="17564"/>
                  <a:pt x="225171" y="19050"/>
                </a:cubicBezTo>
                <a:cubicBezTo>
                  <a:pt x="225171" y="26155"/>
                  <a:pt x="221851" y="36326"/>
                  <a:pt x="214884" y="37719"/>
                </a:cubicBezTo>
                <a:cubicBezTo>
                  <a:pt x="205077" y="39680"/>
                  <a:pt x="201603" y="21162"/>
                  <a:pt x="192024" y="18288"/>
                </a:cubicBezTo>
                <a:cubicBezTo>
                  <a:pt x="177507" y="13933"/>
                  <a:pt x="161828" y="22348"/>
                  <a:pt x="146685" y="21717"/>
                </a:cubicBezTo>
                <a:cubicBezTo>
                  <a:pt x="133437" y="21165"/>
                  <a:pt x="121763" y="11751"/>
                  <a:pt x="108585" y="10287"/>
                </a:cubicBezTo>
                <a:cubicBezTo>
                  <a:pt x="87855" y="7984"/>
                  <a:pt x="67466" y="23827"/>
                  <a:pt x="46863" y="20574"/>
                </a:cubicBezTo>
                <a:cubicBezTo>
                  <a:pt x="38739" y="19291"/>
                  <a:pt x="30138" y="18690"/>
                  <a:pt x="22860" y="14859"/>
                </a:cubicBezTo>
                <a:cubicBezTo>
                  <a:pt x="14818" y="10626"/>
                  <a:pt x="8129" y="4064"/>
                  <a:pt x="0" y="0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" name="Google Shape;3072;p32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3" name="Google Shape;30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695575" y="-636207"/>
            <a:ext cx="5295900" cy="245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Google Shape;307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1277026" y="3712824"/>
            <a:ext cx="4461351" cy="192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5" name="Google Shape;307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303663" y="766545"/>
            <a:ext cx="5295899" cy="285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6" name="Google Shape;3076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200100" y="-150427"/>
            <a:ext cx="4248775" cy="2074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7" name="Google Shape;3077;p32"/>
          <p:cNvGrpSpPr/>
          <p:nvPr/>
        </p:nvGrpSpPr>
        <p:grpSpPr>
          <a:xfrm rot="1478259" flipH="1">
            <a:off x="8197565" y="225186"/>
            <a:ext cx="1429879" cy="1600485"/>
            <a:chOff x="4138184" y="930105"/>
            <a:chExt cx="3868174" cy="4329704"/>
          </a:xfrm>
        </p:grpSpPr>
        <p:sp>
          <p:nvSpPr>
            <p:cNvPr id="3078" name="Google Shape;3078;p32"/>
            <p:cNvSpPr/>
            <p:nvPr/>
          </p:nvSpPr>
          <p:spPr>
            <a:xfrm>
              <a:off x="4368726" y="3122987"/>
              <a:ext cx="2187893" cy="2136822"/>
            </a:xfrm>
            <a:custGeom>
              <a:avLst/>
              <a:gdLst/>
              <a:ahLst/>
              <a:cxnLst/>
              <a:rect l="l" t="t" r="r" b="b"/>
              <a:pathLst>
                <a:path w="101444" h="99076" extrusionOk="0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216893">
                <a:alpha val="38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79" name="Google Shape;3079;p32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3080" name="Google Shape;3080;p32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avLst/>
                <a:gdLst/>
                <a:ahLst/>
                <a:cxnLst/>
                <a:rect l="l" t="t" r="r" b="b"/>
                <a:pathLst>
                  <a:path w="179352" h="174140" extrusionOk="0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32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avLst/>
                <a:gdLst/>
                <a:ahLst/>
                <a:cxnLst/>
                <a:rect l="l" t="t" r="r" b="b"/>
                <a:pathLst>
                  <a:path w="170421" h="142725" extrusionOk="0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32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7819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32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5248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32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avLst/>
                <a:gdLst/>
                <a:ahLst/>
                <a:cxnLst/>
                <a:rect l="l" t="t" r="r" b="b"/>
                <a:pathLst>
                  <a:path w="24298" h="8949" extrusionOk="0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32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6749" extrusionOk="0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32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7469" extrusionOk="0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32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avLst/>
                <a:gdLst/>
                <a:ahLst/>
                <a:cxnLst/>
                <a:rect l="l" t="t" r="r" b="b"/>
                <a:pathLst>
                  <a:path w="20244" h="19010" extrusionOk="0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32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avLst/>
                <a:gdLst/>
                <a:ahLst/>
                <a:cxnLst/>
                <a:rect l="l" t="t" r="r" b="b"/>
                <a:pathLst>
                  <a:path w="16130" h="5552" extrusionOk="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32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avLst/>
                <a:gdLst/>
                <a:ahLst/>
                <a:cxnLst/>
                <a:rect l="l" t="t" r="r" b="b"/>
                <a:pathLst>
                  <a:path w="15615" h="10740" extrusionOk="0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32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avLst/>
                <a:gdLst/>
                <a:ahLst/>
                <a:cxnLst/>
                <a:rect l="l" t="t" r="r" b="b"/>
                <a:pathLst>
                  <a:path w="19174" h="7325" extrusionOk="0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32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avLst/>
                <a:gdLst/>
                <a:ahLst/>
                <a:cxnLst/>
                <a:rect l="l" t="t" r="r" b="b"/>
                <a:pathLst>
                  <a:path w="13949" h="5110" extrusionOk="0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32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3809" extrusionOk="0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32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avLst/>
                <a:gdLst/>
                <a:ahLst/>
                <a:cxnLst/>
                <a:rect l="l" t="t" r="r" b="b"/>
                <a:pathLst>
                  <a:path w="15614" h="4587" extrusionOk="0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32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43" extrusionOk="0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32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avLst/>
                <a:gdLst/>
                <a:ahLst/>
                <a:cxnLst/>
                <a:rect l="l" t="t" r="r" b="b"/>
                <a:pathLst>
                  <a:path w="12838" h="6850" extrusionOk="0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32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23" extrusionOk="0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32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32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12694" h="3704" extrusionOk="0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32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9691" h="3704" extrusionOk="0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32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avLst/>
                <a:gdLst/>
                <a:ahLst/>
                <a:cxnLst/>
                <a:rect l="l" t="t" r="r" b="b"/>
                <a:pathLst>
                  <a:path w="54580" h="44950" extrusionOk="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32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avLst/>
                <a:gdLst/>
                <a:ahLst/>
                <a:cxnLst/>
                <a:rect l="l" t="t" r="r" b="b"/>
                <a:pathLst>
                  <a:path w="4055" h="1848" extrusionOk="0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32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157" h="1910" extrusionOk="0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32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342" h="1910" extrusionOk="0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32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69699" extrusionOk="0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32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2758" extrusionOk="0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32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2799" extrusionOk="0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32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64" extrusionOk="0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32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avLst/>
                <a:gdLst/>
                <a:ahLst/>
                <a:cxnLst/>
                <a:rect l="l" t="t" r="r" b="b"/>
                <a:pathLst>
                  <a:path w="16582" h="6768" extrusionOk="0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32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6233" extrusionOk="0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32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avLst/>
                <a:gdLst/>
                <a:ahLst/>
                <a:cxnLst/>
                <a:rect l="l" t="t" r="r" b="b"/>
                <a:pathLst>
                  <a:path w="4239" h="4758" extrusionOk="0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32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3087" extrusionOk="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32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avLst/>
                <a:gdLst/>
                <a:ahLst/>
                <a:cxnLst/>
                <a:rect l="l" t="t" r="r" b="b"/>
                <a:pathLst>
                  <a:path w="3560" h="3224" extrusionOk="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32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033" extrusionOk="0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32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3847" extrusionOk="0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32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3435" extrusionOk="0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32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3663" extrusionOk="0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32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48" extrusionOk="0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32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2367" extrusionOk="0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32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3" extrusionOk="0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32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13" extrusionOk="0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32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95" extrusionOk="0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32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311" extrusionOk="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32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20" extrusionOk="0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32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200" extrusionOk="0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32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1" extrusionOk="0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32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12" extrusionOk="0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32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4" extrusionOk="0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32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3" extrusionOk="0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32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8" extrusionOk="0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2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214" extrusionOk="0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2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09" extrusionOk="0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2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2" extrusionOk="0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32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9" extrusionOk="0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32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9" extrusionOk="0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2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1" extrusionOk="0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2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0" extrusionOk="0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2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306" extrusionOk="0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32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1" extrusionOk="0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32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195" extrusionOk="0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32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0" extrusionOk="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32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0" extrusionOk="0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32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89" extrusionOk="0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32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6" extrusionOk="0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32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5" extrusionOk="0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32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32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6" extrusionOk="0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32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7" extrusionOk="0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32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96" extrusionOk="0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32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6" extrusionOk="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32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4" extrusionOk="0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32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32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4" extrusionOk="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32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6" extrusionOk="0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32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6" extrusionOk="0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32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300" extrusionOk="0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Google Shape;3156;p32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195" extrusionOk="0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Google Shape;3157;p32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2" extrusionOk="0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Google Shape;3158;p32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3" extrusionOk="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Google Shape;3159;p32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4" extrusionOk="0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Google Shape;3160;p32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2184" extrusionOk="0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Google Shape;3161;p32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292" extrusionOk="0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Google Shape;3162;p32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195" extrusionOk="0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Google Shape;3163;p32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83" extrusionOk="0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Google Shape;3164;p32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2" extrusionOk="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Google Shape;3165;p32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194" extrusionOk="0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Google Shape;3166;p32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4" extrusionOk="0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Google Shape;3167;p32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7" extrusionOk="0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Google Shape;3168;p32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Google Shape;3169;p32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1" extrusionOk="0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Google Shape;3170;p32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2327" extrusionOk="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Google Shape;3171;p32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28" extrusionOk="0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Google Shape;3172;p32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Google Shape;3173;p32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337" extrusionOk="0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Google Shape;3174;p32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237" extrusionOk="0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Google Shape;3175;p32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0" extrusionOk="0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6" name="Google Shape;3176;p32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27" extrusionOk="0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7" name="Google Shape;3177;p32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8" name="Google Shape;3178;p32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9" name="Google Shape;3179;p32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2321" extrusionOk="0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0" name="Google Shape;3180;p32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42" extrusionOk="0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181;p32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182;p32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1" extrusionOk="0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183;p32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233" extrusionOk="0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184;p32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2" extrusionOk="0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32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41" extrusionOk="0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32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32" extrusionOk="0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187;p32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1" extrusionOk="0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188;p32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5" extrusionOk="0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32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3" extrusionOk="0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190;p32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32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191;p32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32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40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193;p32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42" extrusionOk="0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194;p32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8" extrusionOk="0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195;p32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23" extrusionOk="0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196;p32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22" extrusionOk="0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197;p32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38" extrusionOk="0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198;p32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22" extrusionOk="0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199;p32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921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200;p32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201;p32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9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202;p32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203;p32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337" extrusionOk="0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204;p32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4" extrusionOk="0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205;p32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61" extrusionOk="0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206;p32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5" extrusionOk="0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207;p32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2239" extrusionOk="0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32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53" extrusionOk="0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32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55" extrusionOk="0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210;p32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9" extrusionOk="0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211;p32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53" extrusionOk="0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3212;p32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7" extrusionOk="0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3213;p32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6" extrusionOk="0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214;p32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196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15" name="Google Shape;3215;p32"/>
          <p:cNvGrpSpPr/>
          <p:nvPr/>
        </p:nvGrpSpPr>
        <p:grpSpPr>
          <a:xfrm rot="6170894" flipH="1">
            <a:off x="-852305" y="3022104"/>
            <a:ext cx="1896899" cy="1388338"/>
            <a:chOff x="2874822" y="930105"/>
            <a:chExt cx="5131535" cy="3755764"/>
          </a:xfrm>
        </p:grpSpPr>
        <p:sp>
          <p:nvSpPr>
            <p:cNvPr id="3216" name="Google Shape;3216;p32"/>
            <p:cNvSpPr/>
            <p:nvPr/>
          </p:nvSpPr>
          <p:spPr>
            <a:xfrm>
              <a:off x="2874822" y="1237377"/>
              <a:ext cx="2187893" cy="2136822"/>
            </a:xfrm>
            <a:custGeom>
              <a:avLst/>
              <a:gdLst/>
              <a:ahLst/>
              <a:cxnLst/>
              <a:rect l="l" t="t" r="r" b="b"/>
              <a:pathLst>
                <a:path w="101444" h="99076" extrusionOk="0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216893">
                <a:alpha val="38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7" name="Google Shape;3217;p32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3218" name="Google Shape;3218;p32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avLst/>
                <a:gdLst/>
                <a:ahLst/>
                <a:cxnLst/>
                <a:rect l="l" t="t" r="r" b="b"/>
                <a:pathLst>
                  <a:path w="179352" h="174140" extrusionOk="0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219;p32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avLst/>
                <a:gdLst/>
                <a:ahLst/>
                <a:cxnLst/>
                <a:rect l="l" t="t" r="r" b="b"/>
                <a:pathLst>
                  <a:path w="170421" h="142725" extrusionOk="0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220;p32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7819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221;p32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5248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222;p32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avLst/>
                <a:gdLst/>
                <a:ahLst/>
                <a:cxnLst/>
                <a:rect l="l" t="t" r="r" b="b"/>
                <a:pathLst>
                  <a:path w="24298" h="8949" extrusionOk="0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223;p32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6749" extrusionOk="0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224;p32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7469" extrusionOk="0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225;p32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avLst/>
                <a:gdLst/>
                <a:ahLst/>
                <a:cxnLst/>
                <a:rect l="l" t="t" r="r" b="b"/>
                <a:pathLst>
                  <a:path w="20244" h="19010" extrusionOk="0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226;p32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avLst/>
                <a:gdLst/>
                <a:ahLst/>
                <a:cxnLst/>
                <a:rect l="l" t="t" r="r" b="b"/>
                <a:pathLst>
                  <a:path w="16130" h="5552" extrusionOk="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227;p32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avLst/>
                <a:gdLst/>
                <a:ahLst/>
                <a:cxnLst/>
                <a:rect l="l" t="t" r="r" b="b"/>
                <a:pathLst>
                  <a:path w="15615" h="10740" extrusionOk="0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228;p32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avLst/>
                <a:gdLst/>
                <a:ahLst/>
                <a:cxnLst/>
                <a:rect l="l" t="t" r="r" b="b"/>
                <a:pathLst>
                  <a:path w="19174" h="7325" extrusionOk="0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9" name="Google Shape;3229;p32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avLst/>
                <a:gdLst/>
                <a:ahLst/>
                <a:cxnLst/>
                <a:rect l="l" t="t" r="r" b="b"/>
                <a:pathLst>
                  <a:path w="13949" h="5110" extrusionOk="0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0" name="Google Shape;3230;p32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3809" extrusionOk="0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231;p32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avLst/>
                <a:gdLst/>
                <a:ahLst/>
                <a:cxnLst/>
                <a:rect l="l" t="t" r="r" b="b"/>
                <a:pathLst>
                  <a:path w="15614" h="4587" extrusionOk="0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232;p32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43" extrusionOk="0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3" name="Google Shape;3233;p32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avLst/>
                <a:gdLst/>
                <a:ahLst/>
                <a:cxnLst/>
                <a:rect l="l" t="t" r="r" b="b"/>
                <a:pathLst>
                  <a:path w="12838" h="6850" extrusionOk="0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4" name="Google Shape;3234;p32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23" extrusionOk="0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5" name="Google Shape;3235;p32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6" name="Google Shape;3236;p32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12694" h="3704" extrusionOk="0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7" name="Google Shape;3237;p32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9691" h="3704" extrusionOk="0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8" name="Google Shape;3238;p32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avLst/>
                <a:gdLst/>
                <a:ahLst/>
                <a:cxnLst/>
                <a:rect l="l" t="t" r="r" b="b"/>
                <a:pathLst>
                  <a:path w="54580" h="44950" extrusionOk="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39;p32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avLst/>
                <a:gdLst/>
                <a:ahLst/>
                <a:cxnLst/>
                <a:rect l="l" t="t" r="r" b="b"/>
                <a:pathLst>
                  <a:path w="4055" h="1848" extrusionOk="0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40;p32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157" h="1910" extrusionOk="0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41;p32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342" h="1910" extrusionOk="0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42;p32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69699" extrusionOk="0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3" name="Google Shape;3243;p32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2758" extrusionOk="0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4" name="Google Shape;3244;p32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2799" extrusionOk="0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5" name="Google Shape;3245;p32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64" extrusionOk="0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6" name="Google Shape;3246;p32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avLst/>
                <a:gdLst/>
                <a:ahLst/>
                <a:cxnLst/>
                <a:rect l="l" t="t" r="r" b="b"/>
                <a:pathLst>
                  <a:path w="16582" h="6768" extrusionOk="0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7" name="Google Shape;3247;p32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6233" extrusionOk="0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8" name="Google Shape;3248;p32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avLst/>
                <a:gdLst/>
                <a:ahLst/>
                <a:cxnLst/>
                <a:rect l="l" t="t" r="r" b="b"/>
                <a:pathLst>
                  <a:path w="4239" h="4758" extrusionOk="0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9" name="Google Shape;3249;p32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3087" extrusionOk="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3250;p32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avLst/>
                <a:gdLst/>
                <a:ahLst/>
                <a:cxnLst/>
                <a:rect l="l" t="t" r="r" b="b"/>
                <a:pathLst>
                  <a:path w="3560" h="3224" extrusionOk="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3251;p32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033" extrusionOk="0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3252;p32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3847" extrusionOk="0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3" name="Google Shape;3253;p32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3435" extrusionOk="0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4" name="Google Shape;3254;p32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3663" extrusionOk="0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5" name="Google Shape;3255;p32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48" extrusionOk="0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6" name="Google Shape;3256;p32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2367" extrusionOk="0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7" name="Google Shape;3257;p32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3" extrusionOk="0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8" name="Google Shape;3258;p32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13" extrusionOk="0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9" name="Google Shape;3259;p32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95" extrusionOk="0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3260;p32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311" extrusionOk="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32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20" extrusionOk="0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32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200" extrusionOk="0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32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1" extrusionOk="0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32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12" extrusionOk="0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32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4" extrusionOk="0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32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3" extrusionOk="0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32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8" extrusionOk="0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32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214" extrusionOk="0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32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09" extrusionOk="0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32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2" extrusionOk="0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32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9" extrusionOk="0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32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9" extrusionOk="0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32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1" extrusionOk="0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32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0" extrusionOk="0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32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306" extrusionOk="0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32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1" extrusionOk="0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32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195" extrusionOk="0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32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0" extrusionOk="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32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0" extrusionOk="0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32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89" extrusionOk="0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32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6" extrusionOk="0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32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5" extrusionOk="0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32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32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6" extrusionOk="0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32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7" extrusionOk="0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32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96" extrusionOk="0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32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6" extrusionOk="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32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4" extrusionOk="0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32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32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4" extrusionOk="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32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6" extrusionOk="0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32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6" extrusionOk="0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32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300" extrusionOk="0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32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195" extrusionOk="0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32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2" extrusionOk="0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32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3" extrusionOk="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32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4" extrusionOk="0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32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2184" extrusionOk="0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32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292" extrusionOk="0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32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195" extrusionOk="0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1" name="Google Shape;3301;p32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83" extrusionOk="0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32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2" extrusionOk="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32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194" extrusionOk="0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32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4" extrusionOk="0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32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7" extrusionOk="0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32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32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1" extrusionOk="0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32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2327" extrusionOk="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32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28" extrusionOk="0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32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32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337" extrusionOk="0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32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237" extrusionOk="0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32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0" extrusionOk="0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32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27" extrusionOk="0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32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32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32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2321" extrusionOk="0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32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42" extrusionOk="0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32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32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1" extrusionOk="0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32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233" extrusionOk="0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32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2" extrusionOk="0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32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41" extrusionOk="0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32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32" extrusionOk="0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32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1" extrusionOk="0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32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5" extrusionOk="0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32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3" extrusionOk="0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32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32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32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32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40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32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42" extrusionOk="0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32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8" extrusionOk="0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32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23" extrusionOk="0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32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22" extrusionOk="0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32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38" extrusionOk="0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32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22" extrusionOk="0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32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921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32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32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9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32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32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337" extrusionOk="0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32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4" extrusionOk="0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32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61" extrusionOk="0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32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5" extrusionOk="0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32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2239" extrusionOk="0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32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53" extrusionOk="0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32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55" extrusionOk="0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32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9" extrusionOk="0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32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53" extrusionOk="0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32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7" extrusionOk="0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32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6" extrusionOk="0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32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196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53" name="Google Shape;3353;p32"/>
          <p:cNvSpPr/>
          <p:nvPr/>
        </p:nvSpPr>
        <p:spPr>
          <a:xfrm>
            <a:off x="-152400" y="4276725"/>
            <a:ext cx="8286750" cy="1114425"/>
          </a:xfrm>
          <a:custGeom>
            <a:avLst/>
            <a:gdLst/>
            <a:ahLst/>
            <a:cxnLst/>
            <a:rect l="l" t="t" r="r" b="b"/>
            <a:pathLst>
              <a:path w="331470" h="44577" extrusionOk="0">
                <a:moveTo>
                  <a:pt x="0" y="0"/>
                </a:moveTo>
                <a:cubicBezTo>
                  <a:pt x="5953" y="2381"/>
                  <a:pt x="14516" y="-1867"/>
                  <a:pt x="19050" y="2667"/>
                </a:cubicBezTo>
                <a:cubicBezTo>
                  <a:pt x="25252" y="8869"/>
                  <a:pt x="26697" y="19391"/>
                  <a:pt x="33909" y="24384"/>
                </a:cubicBezTo>
                <a:cubicBezTo>
                  <a:pt x="44970" y="32042"/>
                  <a:pt x="60610" y="31714"/>
                  <a:pt x="73914" y="29718"/>
                </a:cubicBezTo>
                <a:cubicBezTo>
                  <a:pt x="90765" y="27190"/>
                  <a:pt x="106785" y="18669"/>
                  <a:pt x="123825" y="18669"/>
                </a:cubicBezTo>
                <a:cubicBezTo>
                  <a:pt x="129032" y="18669"/>
                  <a:pt x="135941" y="17932"/>
                  <a:pt x="139065" y="22098"/>
                </a:cubicBezTo>
                <a:cubicBezTo>
                  <a:pt x="140608" y="24155"/>
                  <a:pt x="138893" y="28713"/>
                  <a:pt x="136398" y="29337"/>
                </a:cubicBezTo>
                <a:cubicBezTo>
                  <a:pt x="130848" y="30724"/>
                  <a:pt x="124370" y="32657"/>
                  <a:pt x="119253" y="30099"/>
                </a:cubicBezTo>
                <a:cubicBezTo>
                  <a:pt x="117776" y="29361"/>
                  <a:pt x="117879" y="26062"/>
                  <a:pt x="119253" y="25146"/>
                </a:cubicBezTo>
                <a:cubicBezTo>
                  <a:pt x="129595" y="18252"/>
                  <a:pt x="143824" y="19161"/>
                  <a:pt x="156210" y="20193"/>
                </a:cubicBezTo>
                <a:cubicBezTo>
                  <a:pt x="165323" y="20952"/>
                  <a:pt x="174553" y="19564"/>
                  <a:pt x="183642" y="20574"/>
                </a:cubicBezTo>
                <a:cubicBezTo>
                  <a:pt x="202609" y="22681"/>
                  <a:pt x="220988" y="31749"/>
                  <a:pt x="240030" y="30480"/>
                </a:cubicBezTo>
                <a:cubicBezTo>
                  <a:pt x="242434" y="30320"/>
                  <a:pt x="245993" y="30431"/>
                  <a:pt x="246888" y="28194"/>
                </a:cubicBezTo>
                <a:cubicBezTo>
                  <a:pt x="248392" y="24434"/>
                  <a:pt x="242896" y="19623"/>
                  <a:pt x="238887" y="19050"/>
                </a:cubicBezTo>
                <a:cubicBezTo>
                  <a:pt x="235504" y="18567"/>
                  <a:pt x="229509" y="22978"/>
                  <a:pt x="231267" y="25908"/>
                </a:cubicBezTo>
                <a:cubicBezTo>
                  <a:pt x="238544" y="38036"/>
                  <a:pt x="259464" y="23654"/>
                  <a:pt x="273558" y="22479"/>
                </a:cubicBezTo>
                <a:cubicBezTo>
                  <a:pt x="294148" y="20763"/>
                  <a:pt x="312990" y="35337"/>
                  <a:pt x="331470" y="44577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54" name="Google Shape;3354;p32"/>
          <p:cNvSpPr/>
          <p:nvPr/>
        </p:nvSpPr>
        <p:spPr>
          <a:xfrm>
            <a:off x="-104775" y="-495300"/>
            <a:ext cx="6229350" cy="916175"/>
          </a:xfrm>
          <a:custGeom>
            <a:avLst/>
            <a:gdLst/>
            <a:ahLst/>
            <a:cxnLst/>
            <a:rect l="l" t="t" r="r" b="b"/>
            <a:pathLst>
              <a:path w="249174" h="36647" extrusionOk="0">
                <a:moveTo>
                  <a:pt x="0" y="26289"/>
                </a:moveTo>
                <a:cubicBezTo>
                  <a:pt x="1675" y="28801"/>
                  <a:pt x="5595" y="28557"/>
                  <a:pt x="8382" y="29718"/>
                </a:cubicBezTo>
                <a:cubicBezTo>
                  <a:pt x="14384" y="32219"/>
                  <a:pt x="20980" y="33103"/>
                  <a:pt x="27432" y="33909"/>
                </a:cubicBezTo>
                <a:cubicBezTo>
                  <a:pt x="55481" y="37415"/>
                  <a:pt x="83747" y="27813"/>
                  <a:pt x="112014" y="27813"/>
                </a:cubicBezTo>
                <a:cubicBezTo>
                  <a:pt x="124771" y="27813"/>
                  <a:pt x="137224" y="36792"/>
                  <a:pt x="149733" y="34290"/>
                </a:cubicBezTo>
                <a:cubicBezTo>
                  <a:pt x="152360" y="33765"/>
                  <a:pt x="152389" y="28183"/>
                  <a:pt x="150495" y="26289"/>
                </a:cubicBezTo>
                <a:cubicBezTo>
                  <a:pt x="148966" y="24760"/>
                  <a:pt x="143051" y="24736"/>
                  <a:pt x="144018" y="26670"/>
                </a:cubicBezTo>
                <a:cubicBezTo>
                  <a:pt x="146407" y="31448"/>
                  <a:pt x="154133" y="30116"/>
                  <a:pt x="159258" y="31623"/>
                </a:cubicBezTo>
                <a:cubicBezTo>
                  <a:pt x="170170" y="34832"/>
                  <a:pt x="182231" y="38558"/>
                  <a:pt x="193167" y="35433"/>
                </a:cubicBezTo>
                <a:cubicBezTo>
                  <a:pt x="202361" y="32806"/>
                  <a:pt x="200703" y="17244"/>
                  <a:pt x="207645" y="10668"/>
                </a:cubicBezTo>
                <a:cubicBezTo>
                  <a:pt x="218021" y="838"/>
                  <a:pt x="234882" y="0"/>
                  <a:pt x="249174" y="0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55" name="Google Shape;3355;p32"/>
          <p:cNvSpPr/>
          <p:nvPr/>
        </p:nvSpPr>
        <p:spPr>
          <a:xfrm>
            <a:off x="8543925" y="1704975"/>
            <a:ext cx="953200" cy="2495550"/>
          </a:xfrm>
          <a:custGeom>
            <a:avLst/>
            <a:gdLst/>
            <a:ahLst/>
            <a:cxnLst/>
            <a:rect l="l" t="t" r="r" b="b"/>
            <a:pathLst>
              <a:path w="38128" h="99822" extrusionOk="0">
                <a:moveTo>
                  <a:pt x="36576" y="0"/>
                </a:moveTo>
                <a:cubicBezTo>
                  <a:pt x="43463" y="13775"/>
                  <a:pt x="24512" y="30003"/>
                  <a:pt x="12192" y="39243"/>
                </a:cubicBezTo>
                <a:cubicBezTo>
                  <a:pt x="8927" y="41692"/>
                  <a:pt x="0" y="44468"/>
                  <a:pt x="0" y="40386"/>
                </a:cubicBezTo>
                <a:cubicBezTo>
                  <a:pt x="0" y="36574"/>
                  <a:pt x="2305" y="32185"/>
                  <a:pt x="5715" y="30480"/>
                </a:cubicBezTo>
                <a:cubicBezTo>
                  <a:pt x="8986" y="28845"/>
                  <a:pt x="15285" y="30704"/>
                  <a:pt x="16002" y="34290"/>
                </a:cubicBezTo>
                <a:cubicBezTo>
                  <a:pt x="18563" y="47095"/>
                  <a:pt x="8216" y="60404"/>
                  <a:pt x="11049" y="73152"/>
                </a:cubicBezTo>
                <a:cubicBezTo>
                  <a:pt x="13719" y="85165"/>
                  <a:pt x="27874" y="91120"/>
                  <a:pt x="36576" y="99822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  <a:defRPr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  <a:defRPr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■"/>
              <a:defRPr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  <a:defRPr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  <a:defRPr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■"/>
              <a:defRPr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  <a:defRPr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  <a:defRPr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■"/>
              <a:defRPr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  <p:sldLayoutId id="2147483657" r:id="rId5"/>
    <p:sldLayoutId id="2147483658" r:id="rId6"/>
    <p:sldLayoutId id="2147483659" r:id="rId7"/>
    <p:sldLayoutId id="2147483660" r:id="rId8"/>
    <p:sldLayoutId id="2147483668" r:id="rId9"/>
    <p:sldLayoutId id="2147483670" r:id="rId10"/>
    <p:sldLayoutId id="2147483677" r:id="rId11"/>
    <p:sldLayoutId id="214748367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7" name="Google Shape;3967;p40"/>
          <p:cNvSpPr txBox="1">
            <a:spLocks noGrp="1"/>
          </p:cNvSpPr>
          <p:nvPr>
            <p:ph type="title"/>
          </p:nvPr>
        </p:nvSpPr>
        <p:spPr>
          <a:xfrm>
            <a:off x="4242012" y="2571750"/>
            <a:ext cx="4901988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000" dirty="0"/>
              <a:t>Recovery index for airline in </a:t>
            </a:r>
            <a:r>
              <a:rPr lang="en-IN" sz="2000" dirty="0" err="1"/>
              <a:t>india</a:t>
            </a:r>
            <a:r>
              <a:rPr lang="en-IN" sz="2000" dirty="0"/>
              <a:t> &amp; the gulf</a:t>
            </a:r>
            <a:br>
              <a:rPr lang="en-IN" sz="2000" dirty="0"/>
            </a:br>
            <a:r>
              <a:rPr lang="en-IN" sz="2000" i="1" dirty="0"/>
              <a:t>India vs Gulf Carriers (2019–2025</a:t>
            </a:r>
            <a:r>
              <a:rPr lang="en-IN" sz="2400" i="1" dirty="0"/>
              <a:t>)</a:t>
            </a:r>
            <a:endParaRPr lang="en-IN" sz="2400" dirty="0"/>
          </a:p>
        </p:txBody>
      </p:sp>
      <p:sp>
        <p:nvSpPr>
          <p:cNvPr id="3968" name="Google Shape;3968;p40"/>
          <p:cNvSpPr txBox="1">
            <a:spLocks noGrp="1"/>
          </p:cNvSpPr>
          <p:nvPr>
            <p:ph type="title" idx="2"/>
          </p:nvPr>
        </p:nvSpPr>
        <p:spPr>
          <a:xfrm>
            <a:off x="4196504" y="2571750"/>
            <a:ext cx="90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01</a:t>
            </a:r>
            <a:endParaRPr sz="5400" dirty="0"/>
          </a:p>
        </p:txBody>
      </p:sp>
      <p:sp>
        <p:nvSpPr>
          <p:cNvPr id="3969" name="Google Shape;3969;p40"/>
          <p:cNvSpPr txBox="1">
            <a:spLocks noGrp="1"/>
          </p:cNvSpPr>
          <p:nvPr>
            <p:ph type="subTitle" idx="1"/>
          </p:nvPr>
        </p:nvSpPr>
        <p:spPr>
          <a:xfrm>
            <a:off x="4192670" y="3415018"/>
            <a:ext cx="4834278" cy="8184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i="1" dirty="0"/>
              <a:t>Data Analyst Assignment</a:t>
            </a:r>
          </a:p>
          <a:p>
            <a:r>
              <a:rPr lang="en-IN" i="1" dirty="0"/>
              <a:t>Abhinandh O</a:t>
            </a:r>
          </a:p>
          <a:p>
            <a:endParaRPr lang="en-IN" dirty="0"/>
          </a:p>
        </p:txBody>
      </p:sp>
      <p:grpSp>
        <p:nvGrpSpPr>
          <p:cNvPr id="3970" name="Google Shape;3970;p40"/>
          <p:cNvGrpSpPr/>
          <p:nvPr/>
        </p:nvGrpSpPr>
        <p:grpSpPr>
          <a:xfrm>
            <a:off x="1665781" y="2797598"/>
            <a:ext cx="1763602" cy="1672817"/>
            <a:chOff x="4138184" y="930105"/>
            <a:chExt cx="3959591" cy="3755764"/>
          </a:xfrm>
        </p:grpSpPr>
        <p:sp>
          <p:nvSpPr>
            <p:cNvPr id="3971" name="Google Shape;3971;p40"/>
            <p:cNvSpPr/>
            <p:nvPr/>
          </p:nvSpPr>
          <p:spPr>
            <a:xfrm>
              <a:off x="5909881" y="2233489"/>
              <a:ext cx="2187893" cy="2136822"/>
            </a:xfrm>
            <a:custGeom>
              <a:avLst/>
              <a:gdLst/>
              <a:ahLst/>
              <a:cxnLst/>
              <a:rect l="l" t="t" r="r" b="b"/>
              <a:pathLst>
                <a:path w="101444" h="99076" extrusionOk="0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72" name="Google Shape;3972;p40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3973" name="Google Shape;3973;p40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avLst/>
                <a:gdLst/>
                <a:ahLst/>
                <a:cxnLst/>
                <a:rect l="l" t="t" r="r" b="b"/>
                <a:pathLst>
                  <a:path w="179352" h="174140" extrusionOk="0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4" name="Google Shape;3974;p40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avLst/>
                <a:gdLst/>
                <a:ahLst/>
                <a:cxnLst/>
                <a:rect l="l" t="t" r="r" b="b"/>
                <a:pathLst>
                  <a:path w="170421" h="142725" extrusionOk="0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5" name="Google Shape;3975;p40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7819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6" name="Google Shape;3976;p40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5248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7" name="Google Shape;3977;p40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avLst/>
                <a:gdLst/>
                <a:ahLst/>
                <a:cxnLst/>
                <a:rect l="l" t="t" r="r" b="b"/>
                <a:pathLst>
                  <a:path w="24298" h="8949" extrusionOk="0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8" name="Google Shape;3978;p40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6749" extrusionOk="0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9" name="Google Shape;3979;p40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7469" extrusionOk="0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0" name="Google Shape;3980;p40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avLst/>
                <a:gdLst/>
                <a:ahLst/>
                <a:cxnLst/>
                <a:rect l="l" t="t" r="r" b="b"/>
                <a:pathLst>
                  <a:path w="20244" h="19010" extrusionOk="0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1" name="Google Shape;3981;p40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avLst/>
                <a:gdLst/>
                <a:ahLst/>
                <a:cxnLst/>
                <a:rect l="l" t="t" r="r" b="b"/>
                <a:pathLst>
                  <a:path w="16130" h="5552" extrusionOk="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2" name="Google Shape;3982;p40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avLst/>
                <a:gdLst/>
                <a:ahLst/>
                <a:cxnLst/>
                <a:rect l="l" t="t" r="r" b="b"/>
                <a:pathLst>
                  <a:path w="15615" h="10740" extrusionOk="0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3" name="Google Shape;3983;p40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avLst/>
                <a:gdLst/>
                <a:ahLst/>
                <a:cxnLst/>
                <a:rect l="l" t="t" r="r" b="b"/>
                <a:pathLst>
                  <a:path w="19174" h="7325" extrusionOk="0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40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avLst/>
                <a:gdLst/>
                <a:ahLst/>
                <a:cxnLst/>
                <a:rect l="l" t="t" r="r" b="b"/>
                <a:pathLst>
                  <a:path w="13949" h="5110" extrusionOk="0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5" name="Google Shape;3985;p40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3809" extrusionOk="0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6" name="Google Shape;3986;p40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avLst/>
                <a:gdLst/>
                <a:ahLst/>
                <a:cxnLst/>
                <a:rect l="l" t="t" r="r" b="b"/>
                <a:pathLst>
                  <a:path w="15614" h="4587" extrusionOk="0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7" name="Google Shape;3987;p40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43" extrusionOk="0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8" name="Google Shape;3988;p40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avLst/>
                <a:gdLst/>
                <a:ahLst/>
                <a:cxnLst/>
                <a:rect l="l" t="t" r="r" b="b"/>
                <a:pathLst>
                  <a:path w="12838" h="6850" extrusionOk="0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9" name="Google Shape;3989;p40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23" extrusionOk="0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0" name="Google Shape;3990;p40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1" name="Google Shape;3991;p40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12694" h="3704" extrusionOk="0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2" name="Google Shape;3992;p40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9691" h="3704" extrusionOk="0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3" name="Google Shape;3993;p40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avLst/>
                <a:gdLst/>
                <a:ahLst/>
                <a:cxnLst/>
                <a:rect l="l" t="t" r="r" b="b"/>
                <a:pathLst>
                  <a:path w="54580" h="44950" extrusionOk="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4" name="Google Shape;3994;p40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avLst/>
                <a:gdLst/>
                <a:ahLst/>
                <a:cxnLst/>
                <a:rect l="l" t="t" r="r" b="b"/>
                <a:pathLst>
                  <a:path w="4055" h="1848" extrusionOk="0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5" name="Google Shape;3995;p40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157" h="1910" extrusionOk="0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6" name="Google Shape;3996;p40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342" h="1910" extrusionOk="0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7" name="Google Shape;3997;p40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69699" extrusionOk="0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8" name="Google Shape;3998;p40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2758" extrusionOk="0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9" name="Google Shape;3999;p40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2799" extrusionOk="0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0" name="Google Shape;4000;p40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64" extrusionOk="0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1" name="Google Shape;4001;p40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avLst/>
                <a:gdLst/>
                <a:ahLst/>
                <a:cxnLst/>
                <a:rect l="l" t="t" r="r" b="b"/>
                <a:pathLst>
                  <a:path w="16582" h="6768" extrusionOk="0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2" name="Google Shape;4002;p40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6233" extrusionOk="0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3" name="Google Shape;4003;p40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avLst/>
                <a:gdLst/>
                <a:ahLst/>
                <a:cxnLst/>
                <a:rect l="l" t="t" r="r" b="b"/>
                <a:pathLst>
                  <a:path w="4239" h="4758" extrusionOk="0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4" name="Google Shape;4004;p40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3087" extrusionOk="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5" name="Google Shape;4005;p40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avLst/>
                <a:gdLst/>
                <a:ahLst/>
                <a:cxnLst/>
                <a:rect l="l" t="t" r="r" b="b"/>
                <a:pathLst>
                  <a:path w="3560" h="3224" extrusionOk="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6" name="Google Shape;4006;p40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033" extrusionOk="0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7" name="Google Shape;4007;p40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3847" extrusionOk="0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8" name="Google Shape;4008;p40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3435" extrusionOk="0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9" name="Google Shape;4009;p40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3663" extrusionOk="0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0" name="Google Shape;4010;p40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48" extrusionOk="0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1" name="Google Shape;4011;p40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2367" extrusionOk="0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2" name="Google Shape;4012;p40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3" extrusionOk="0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3" name="Google Shape;4013;p40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13" extrusionOk="0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4" name="Google Shape;4014;p40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95" extrusionOk="0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5" name="Google Shape;4015;p40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311" extrusionOk="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6" name="Google Shape;4016;p40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20" extrusionOk="0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7" name="Google Shape;4017;p40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200" extrusionOk="0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8" name="Google Shape;4018;p40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1" extrusionOk="0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9" name="Google Shape;4019;p40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12" extrusionOk="0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0" name="Google Shape;4020;p40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4" extrusionOk="0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1" name="Google Shape;4021;p40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3" extrusionOk="0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2" name="Google Shape;4022;p40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8" extrusionOk="0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3" name="Google Shape;4023;p40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214" extrusionOk="0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4" name="Google Shape;4024;p40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09" extrusionOk="0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5" name="Google Shape;4025;p40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2" extrusionOk="0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6" name="Google Shape;4026;p40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9" extrusionOk="0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7" name="Google Shape;4027;p40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9" extrusionOk="0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8" name="Google Shape;4028;p40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1" extrusionOk="0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9" name="Google Shape;4029;p40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0" extrusionOk="0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0" name="Google Shape;4030;p40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306" extrusionOk="0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1" name="Google Shape;4031;p40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1" extrusionOk="0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2" name="Google Shape;4032;p40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195" extrusionOk="0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3" name="Google Shape;4033;p40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0" extrusionOk="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4" name="Google Shape;4034;p40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0" extrusionOk="0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5" name="Google Shape;4035;p40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89" extrusionOk="0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6" name="Google Shape;4036;p40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6" extrusionOk="0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7" name="Google Shape;4037;p40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5" extrusionOk="0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8" name="Google Shape;4038;p40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9" name="Google Shape;4039;p40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6" extrusionOk="0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0" name="Google Shape;4040;p40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7" extrusionOk="0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1" name="Google Shape;4041;p40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96" extrusionOk="0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2" name="Google Shape;4042;p40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6" extrusionOk="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3" name="Google Shape;4043;p40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4" extrusionOk="0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4" name="Google Shape;4044;p40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5" name="Google Shape;4045;p40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4" extrusionOk="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6" name="Google Shape;4046;p40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6" extrusionOk="0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7" name="Google Shape;4047;p40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6" extrusionOk="0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8" name="Google Shape;4048;p40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300" extrusionOk="0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9" name="Google Shape;4049;p40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195" extrusionOk="0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0" name="Google Shape;4050;p40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2" extrusionOk="0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1" name="Google Shape;4051;p40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3" extrusionOk="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2" name="Google Shape;4052;p40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4" extrusionOk="0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3" name="Google Shape;4053;p40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2184" extrusionOk="0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4" name="Google Shape;4054;p40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292" extrusionOk="0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5" name="Google Shape;4055;p40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195" extrusionOk="0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6" name="Google Shape;4056;p40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83" extrusionOk="0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7" name="Google Shape;4057;p40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2" extrusionOk="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8" name="Google Shape;4058;p40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194" extrusionOk="0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9" name="Google Shape;4059;p40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4" extrusionOk="0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0" name="Google Shape;4060;p40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7" extrusionOk="0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1" name="Google Shape;4061;p40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2" name="Google Shape;4062;p40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1" extrusionOk="0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40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2327" extrusionOk="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4" name="Google Shape;4064;p40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28" extrusionOk="0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5" name="Google Shape;4065;p40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6" name="Google Shape;4066;p40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337" extrusionOk="0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7" name="Google Shape;4067;p40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237" extrusionOk="0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8" name="Google Shape;4068;p40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0" extrusionOk="0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9" name="Google Shape;4069;p40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27" extrusionOk="0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0" name="Google Shape;4070;p40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1" name="Google Shape;4071;p40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2" name="Google Shape;4072;p40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2321" extrusionOk="0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3" name="Google Shape;4073;p40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42" extrusionOk="0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4" name="Google Shape;4074;p40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5" name="Google Shape;4075;p40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1" extrusionOk="0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6" name="Google Shape;4076;p40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233" extrusionOk="0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7" name="Google Shape;4077;p40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2" extrusionOk="0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8" name="Google Shape;4078;p40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41" extrusionOk="0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9" name="Google Shape;4079;p40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32" extrusionOk="0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0" name="Google Shape;4080;p40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1" extrusionOk="0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1" name="Google Shape;4081;p40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5" extrusionOk="0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2" name="Google Shape;4082;p40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3" extrusionOk="0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3" name="Google Shape;4083;p40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32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4" name="Google Shape;4084;p40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5" name="Google Shape;4085;p40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40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6" name="Google Shape;4086;p40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42" extrusionOk="0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7" name="Google Shape;4087;p40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8" extrusionOk="0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8" name="Google Shape;4088;p40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23" extrusionOk="0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9" name="Google Shape;4089;p40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22" extrusionOk="0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0" name="Google Shape;4090;p40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38" extrusionOk="0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1" name="Google Shape;4091;p40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22" extrusionOk="0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2" name="Google Shape;4092;p40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921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3" name="Google Shape;4093;p40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4" name="Google Shape;4094;p40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9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5" name="Google Shape;4095;p40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6" name="Google Shape;4096;p40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337" extrusionOk="0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7" name="Google Shape;4097;p40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4" extrusionOk="0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8" name="Google Shape;4098;p40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61" extrusionOk="0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9" name="Google Shape;4099;p40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5" extrusionOk="0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0" name="Google Shape;4100;p40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2239" extrusionOk="0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1" name="Google Shape;4101;p40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53" extrusionOk="0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2" name="Google Shape;4102;p40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55" extrusionOk="0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3" name="Google Shape;4103;p40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9" extrusionOk="0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4" name="Google Shape;4104;p40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53" extrusionOk="0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40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7" extrusionOk="0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40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6" extrusionOk="0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40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196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08" name="Google Shape;4108;p40"/>
          <p:cNvGrpSpPr/>
          <p:nvPr/>
        </p:nvGrpSpPr>
        <p:grpSpPr>
          <a:xfrm rot="-7355672">
            <a:off x="870850" y="88876"/>
            <a:ext cx="2053828" cy="1672589"/>
            <a:chOff x="3394530" y="930105"/>
            <a:chExt cx="4611828" cy="3755764"/>
          </a:xfrm>
        </p:grpSpPr>
        <p:sp>
          <p:nvSpPr>
            <p:cNvPr id="4109" name="Google Shape;4109;p40"/>
            <p:cNvSpPr/>
            <p:nvPr/>
          </p:nvSpPr>
          <p:spPr>
            <a:xfrm>
              <a:off x="3394530" y="1214097"/>
              <a:ext cx="2187893" cy="2136822"/>
            </a:xfrm>
            <a:custGeom>
              <a:avLst/>
              <a:gdLst/>
              <a:ahLst/>
              <a:cxnLst/>
              <a:rect l="l" t="t" r="r" b="b"/>
              <a:pathLst>
                <a:path w="101444" h="99076" extrusionOk="0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0" name="Google Shape;4110;p40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4111" name="Google Shape;4111;p40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avLst/>
                <a:gdLst/>
                <a:ahLst/>
                <a:cxnLst/>
                <a:rect l="l" t="t" r="r" b="b"/>
                <a:pathLst>
                  <a:path w="179352" h="174140" extrusionOk="0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40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avLst/>
                <a:gdLst/>
                <a:ahLst/>
                <a:cxnLst/>
                <a:rect l="l" t="t" r="r" b="b"/>
                <a:pathLst>
                  <a:path w="170421" h="142725" extrusionOk="0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40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7819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40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5248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40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avLst/>
                <a:gdLst/>
                <a:ahLst/>
                <a:cxnLst/>
                <a:rect l="l" t="t" r="r" b="b"/>
                <a:pathLst>
                  <a:path w="24298" h="8949" extrusionOk="0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40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6749" extrusionOk="0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40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7469" extrusionOk="0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40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avLst/>
                <a:gdLst/>
                <a:ahLst/>
                <a:cxnLst/>
                <a:rect l="l" t="t" r="r" b="b"/>
                <a:pathLst>
                  <a:path w="20244" h="19010" extrusionOk="0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40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avLst/>
                <a:gdLst/>
                <a:ahLst/>
                <a:cxnLst/>
                <a:rect l="l" t="t" r="r" b="b"/>
                <a:pathLst>
                  <a:path w="16130" h="5552" extrusionOk="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40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avLst/>
                <a:gdLst/>
                <a:ahLst/>
                <a:cxnLst/>
                <a:rect l="l" t="t" r="r" b="b"/>
                <a:pathLst>
                  <a:path w="15615" h="10740" extrusionOk="0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40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avLst/>
                <a:gdLst/>
                <a:ahLst/>
                <a:cxnLst/>
                <a:rect l="l" t="t" r="r" b="b"/>
                <a:pathLst>
                  <a:path w="19174" h="7325" extrusionOk="0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40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avLst/>
                <a:gdLst/>
                <a:ahLst/>
                <a:cxnLst/>
                <a:rect l="l" t="t" r="r" b="b"/>
                <a:pathLst>
                  <a:path w="13949" h="5110" extrusionOk="0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40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3809" extrusionOk="0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40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avLst/>
                <a:gdLst/>
                <a:ahLst/>
                <a:cxnLst/>
                <a:rect l="l" t="t" r="r" b="b"/>
                <a:pathLst>
                  <a:path w="15614" h="4587" extrusionOk="0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40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43" extrusionOk="0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40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avLst/>
                <a:gdLst/>
                <a:ahLst/>
                <a:cxnLst/>
                <a:rect l="l" t="t" r="r" b="b"/>
                <a:pathLst>
                  <a:path w="12838" h="6850" extrusionOk="0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40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23" extrusionOk="0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40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40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12694" h="3704" extrusionOk="0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40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9691" h="3704" extrusionOk="0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40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avLst/>
                <a:gdLst/>
                <a:ahLst/>
                <a:cxnLst/>
                <a:rect l="l" t="t" r="r" b="b"/>
                <a:pathLst>
                  <a:path w="54580" h="44950" extrusionOk="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40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avLst/>
                <a:gdLst/>
                <a:ahLst/>
                <a:cxnLst/>
                <a:rect l="l" t="t" r="r" b="b"/>
                <a:pathLst>
                  <a:path w="4055" h="1848" extrusionOk="0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40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157" h="1910" extrusionOk="0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40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342" h="1910" extrusionOk="0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40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69699" extrusionOk="0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40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2758" extrusionOk="0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40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2799" extrusionOk="0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40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64" extrusionOk="0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4139;p40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avLst/>
                <a:gdLst/>
                <a:ahLst/>
                <a:cxnLst/>
                <a:rect l="l" t="t" r="r" b="b"/>
                <a:pathLst>
                  <a:path w="16582" h="6768" extrusionOk="0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4140;p40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6233" extrusionOk="0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40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avLst/>
                <a:gdLst/>
                <a:ahLst/>
                <a:cxnLst/>
                <a:rect l="l" t="t" r="r" b="b"/>
                <a:pathLst>
                  <a:path w="4239" h="4758" extrusionOk="0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40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3087" extrusionOk="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40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avLst/>
                <a:gdLst/>
                <a:ahLst/>
                <a:cxnLst/>
                <a:rect l="l" t="t" r="r" b="b"/>
                <a:pathLst>
                  <a:path w="3560" h="3224" extrusionOk="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40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033" extrusionOk="0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40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3847" extrusionOk="0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40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3435" extrusionOk="0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40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3663" extrusionOk="0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40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48" extrusionOk="0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40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2367" extrusionOk="0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40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3" extrusionOk="0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40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13" extrusionOk="0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40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95" extrusionOk="0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40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311" extrusionOk="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40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20" extrusionOk="0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40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200" extrusionOk="0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40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1" extrusionOk="0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40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12" extrusionOk="0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40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4" extrusionOk="0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40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3" extrusionOk="0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40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8" extrusionOk="0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40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214" extrusionOk="0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40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09" extrusionOk="0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40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2" extrusionOk="0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40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9" extrusionOk="0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40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9" extrusionOk="0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40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1" extrusionOk="0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40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0" extrusionOk="0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40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306" extrusionOk="0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40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1" extrusionOk="0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40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195" extrusionOk="0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40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0" extrusionOk="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40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0" extrusionOk="0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40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89" extrusionOk="0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40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6" extrusionOk="0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40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5" extrusionOk="0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40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40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6" extrusionOk="0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40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7" extrusionOk="0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40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96" extrusionOk="0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40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6" extrusionOk="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40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4" extrusionOk="0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40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40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4" extrusionOk="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40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6" extrusionOk="0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40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6" extrusionOk="0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40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300" extrusionOk="0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40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195" extrusionOk="0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40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2" extrusionOk="0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40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3" extrusionOk="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40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4" extrusionOk="0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40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2184" extrusionOk="0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40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292" extrusionOk="0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40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195" extrusionOk="0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40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83" extrusionOk="0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40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2" extrusionOk="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40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194" extrusionOk="0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40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4" extrusionOk="0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40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7" extrusionOk="0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40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0" name="Google Shape;4200;p40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1" extrusionOk="0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1" name="Google Shape;4201;p40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2327" extrusionOk="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40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28" extrusionOk="0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3" name="Google Shape;4203;p40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4" name="Google Shape;4204;p40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337" extrusionOk="0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5" name="Google Shape;4205;p40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237" extrusionOk="0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6" name="Google Shape;4206;p40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0" extrusionOk="0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7" name="Google Shape;4207;p40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27" extrusionOk="0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8" name="Google Shape;4208;p40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9" name="Google Shape;4209;p40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0" name="Google Shape;4210;p40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2321" extrusionOk="0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1" name="Google Shape;4211;p40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42" extrusionOk="0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2" name="Google Shape;4212;p40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3" name="Google Shape;4213;p40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1" extrusionOk="0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4" name="Google Shape;4214;p40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233" extrusionOk="0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5" name="Google Shape;4215;p40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2" extrusionOk="0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6" name="Google Shape;4216;p40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41" extrusionOk="0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40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32" extrusionOk="0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8" name="Google Shape;4218;p40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1" extrusionOk="0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9" name="Google Shape;4219;p40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5" extrusionOk="0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40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3" extrusionOk="0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40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32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2" name="Google Shape;4222;p40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40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40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40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42" extrusionOk="0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40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8" extrusionOk="0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40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23" extrusionOk="0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40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22" extrusionOk="0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40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38" extrusionOk="0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40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22" extrusionOk="0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0" name="Google Shape;4230;p40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921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1" name="Google Shape;4231;p40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40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9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40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40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337" extrusionOk="0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40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4" extrusionOk="0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40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61" extrusionOk="0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40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5" extrusionOk="0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40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2239" extrusionOk="0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40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53" extrusionOk="0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40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55" extrusionOk="0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40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9" extrusionOk="0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2" name="Google Shape;4242;p40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53" extrusionOk="0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40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7" extrusionOk="0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4" name="Google Shape;4244;p40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6" extrusionOk="0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5" name="Google Shape;4245;p40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196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46" name="Google Shape;4246;p40"/>
          <p:cNvSpPr/>
          <p:nvPr/>
        </p:nvSpPr>
        <p:spPr>
          <a:xfrm>
            <a:off x="2726965" y="531419"/>
            <a:ext cx="7524750" cy="852425"/>
          </a:xfrm>
          <a:custGeom>
            <a:avLst/>
            <a:gdLst/>
            <a:ahLst/>
            <a:cxnLst/>
            <a:rect l="l" t="t" r="r" b="b"/>
            <a:pathLst>
              <a:path w="300990" h="34097" extrusionOk="0">
                <a:moveTo>
                  <a:pt x="0" y="32520"/>
                </a:moveTo>
                <a:cubicBezTo>
                  <a:pt x="7924" y="35161"/>
                  <a:pt x="18859" y="34616"/>
                  <a:pt x="24765" y="28710"/>
                </a:cubicBezTo>
                <a:cubicBezTo>
                  <a:pt x="31243" y="22232"/>
                  <a:pt x="37345" y="15285"/>
                  <a:pt x="44577" y="9660"/>
                </a:cubicBezTo>
                <a:cubicBezTo>
                  <a:pt x="51934" y="3938"/>
                  <a:pt x="61556" y="578"/>
                  <a:pt x="70866" y="135"/>
                </a:cubicBezTo>
                <a:cubicBezTo>
                  <a:pt x="93542" y="-945"/>
                  <a:pt x="114127" y="15770"/>
                  <a:pt x="136779" y="17280"/>
                </a:cubicBezTo>
                <a:cubicBezTo>
                  <a:pt x="151596" y="18268"/>
                  <a:pt x="166931" y="14015"/>
                  <a:pt x="180213" y="7374"/>
                </a:cubicBezTo>
                <a:cubicBezTo>
                  <a:pt x="184785" y="5088"/>
                  <a:pt x="188887" y="1356"/>
                  <a:pt x="193929" y="516"/>
                </a:cubicBezTo>
                <a:cubicBezTo>
                  <a:pt x="209882" y="-2143"/>
                  <a:pt x="225483" y="7642"/>
                  <a:pt x="241173" y="11565"/>
                </a:cubicBezTo>
                <a:cubicBezTo>
                  <a:pt x="260630" y="16429"/>
                  <a:pt x="281089" y="15554"/>
                  <a:pt x="300990" y="18042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4247" name="Google Shape;4247;p40"/>
          <p:cNvSpPr/>
          <p:nvPr/>
        </p:nvSpPr>
        <p:spPr>
          <a:xfrm>
            <a:off x="-1327612" y="3586479"/>
            <a:ext cx="3129375" cy="3553383"/>
          </a:xfrm>
          <a:custGeom>
            <a:avLst/>
            <a:gdLst/>
            <a:ahLst/>
            <a:cxnLst/>
            <a:rect l="l" t="t" r="r" b="b"/>
            <a:pathLst>
              <a:path w="125175" h="142400" extrusionOk="0">
                <a:moveTo>
                  <a:pt x="125175" y="12098"/>
                </a:moveTo>
                <a:cubicBezTo>
                  <a:pt x="108411" y="26068"/>
                  <a:pt x="79660" y="31892"/>
                  <a:pt x="60405" y="21623"/>
                </a:cubicBezTo>
                <a:cubicBezTo>
                  <a:pt x="54873" y="18673"/>
                  <a:pt x="57931" y="7034"/>
                  <a:pt x="62691" y="2954"/>
                </a:cubicBezTo>
                <a:cubicBezTo>
                  <a:pt x="67536" y="-1199"/>
                  <a:pt x="79371" y="-1066"/>
                  <a:pt x="81741" y="4859"/>
                </a:cubicBezTo>
                <a:cubicBezTo>
                  <a:pt x="84441" y="11609"/>
                  <a:pt x="78205" y="20786"/>
                  <a:pt x="71835" y="24290"/>
                </a:cubicBezTo>
                <a:cubicBezTo>
                  <a:pt x="65429" y="27813"/>
                  <a:pt x="57961" y="28946"/>
                  <a:pt x="50880" y="30767"/>
                </a:cubicBezTo>
                <a:cubicBezTo>
                  <a:pt x="36012" y="34590"/>
                  <a:pt x="17539" y="32866"/>
                  <a:pt x="6684" y="43721"/>
                </a:cubicBezTo>
                <a:cubicBezTo>
                  <a:pt x="1541" y="48864"/>
                  <a:pt x="-2432" y="59377"/>
                  <a:pt x="2112" y="65057"/>
                </a:cubicBezTo>
                <a:cubicBezTo>
                  <a:pt x="6988" y="71153"/>
                  <a:pt x="16706" y="70627"/>
                  <a:pt x="23829" y="73820"/>
                </a:cubicBezTo>
                <a:cubicBezTo>
                  <a:pt x="27143" y="75306"/>
                  <a:pt x="28734" y="79308"/>
                  <a:pt x="30306" y="82583"/>
                </a:cubicBezTo>
                <a:cubicBezTo>
                  <a:pt x="39052" y="100803"/>
                  <a:pt x="34691" y="128109"/>
                  <a:pt x="20400" y="142400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" name="Google Shape;3799;p38"/>
          <p:cNvSpPr txBox="1">
            <a:spLocks noGrp="1"/>
          </p:cNvSpPr>
          <p:nvPr>
            <p:ph type="title"/>
          </p:nvPr>
        </p:nvSpPr>
        <p:spPr>
          <a:xfrm>
            <a:off x="1643628" y="411669"/>
            <a:ext cx="571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800" b="1" dirty="0">
                <a:latin typeface="+mj-lt"/>
              </a:rPr>
              <a:t>Agenda</a:t>
            </a:r>
            <a:br>
              <a:rPr lang="en-IN" b="1" dirty="0"/>
            </a:br>
            <a:br>
              <a:rPr lang="en-US" dirty="0"/>
            </a:br>
            <a:endParaRPr dirty="0"/>
          </a:p>
        </p:txBody>
      </p:sp>
      <p:sp>
        <p:nvSpPr>
          <p:cNvPr id="3800" name="Google Shape;3800;p38"/>
          <p:cNvSpPr txBox="1">
            <a:spLocks noGrp="1"/>
          </p:cNvSpPr>
          <p:nvPr>
            <p:ph type="subTitle" idx="3"/>
          </p:nvPr>
        </p:nvSpPr>
        <p:spPr>
          <a:xfrm>
            <a:off x="539300" y="3931375"/>
            <a:ext cx="2599826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dirty="0">
                <a:latin typeface="+mn-lt"/>
              </a:rPr>
              <a:t>Revenue Recovery  </a:t>
            </a:r>
          </a:p>
          <a:p>
            <a:r>
              <a:rPr lang="en-IN" sz="1600" dirty="0">
                <a:latin typeface="+mn-lt"/>
              </a:rPr>
              <a:t>  Analysis</a:t>
            </a:r>
          </a:p>
        </p:txBody>
      </p:sp>
      <p:sp>
        <p:nvSpPr>
          <p:cNvPr id="3801" name="Google Shape;3801;p38"/>
          <p:cNvSpPr txBox="1">
            <a:spLocks noGrp="1"/>
          </p:cNvSpPr>
          <p:nvPr>
            <p:ph type="subTitle" idx="1"/>
          </p:nvPr>
        </p:nvSpPr>
        <p:spPr>
          <a:xfrm>
            <a:off x="719976" y="190432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sz="1600" dirty="0">
                <a:latin typeface="+mn-lt"/>
              </a:rPr>
              <a:t>Objective &amp; Scope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02" name="Google Shape;3802;p38"/>
          <p:cNvSpPr txBox="1">
            <a:spLocks noGrp="1"/>
          </p:cNvSpPr>
          <p:nvPr>
            <p:ph type="subTitle" idx="2"/>
          </p:nvPr>
        </p:nvSpPr>
        <p:spPr>
          <a:xfrm>
            <a:off x="3419250" y="19352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sz="1600" dirty="0">
                <a:latin typeface="+mn-lt"/>
              </a:rPr>
              <a:t>Data &amp; Methodology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03" name="Google Shape;3803;p38"/>
          <p:cNvSpPr txBox="1">
            <a:spLocks noGrp="1"/>
          </p:cNvSpPr>
          <p:nvPr>
            <p:ph type="subTitle" idx="4"/>
          </p:nvPr>
        </p:nvSpPr>
        <p:spPr>
          <a:xfrm>
            <a:off x="3309318" y="3931375"/>
            <a:ext cx="2525364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dirty="0">
                <a:latin typeface="+mn-lt"/>
              </a:rPr>
              <a:t>Composite Recovery:   </a:t>
            </a:r>
          </a:p>
          <a:p>
            <a:r>
              <a:rPr lang="en-IN" sz="1600" dirty="0">
                <a:latin typeface="+mn-lt"/>
              </a:rPr>
              <a:t> India vs Gulf</a:t>
            </a:r>
          </a:p>
        </p:txBody>
      </p:sp>
      <p:sp>
        <p:nvSpPr>
          <p:cNvPr id="3804" name="Google Shape;3804;p38"/>
          <p:cNvSpPr txBox="1">
            <a:spLocks noGrp="1"/>
          </p:cNvSpPr>
          <p:nvPr>
            <p:ph type="subTitle" idx="5"/>
          </p:nvPr>
        </p:nvSpPr>
        <p:spPr>
          <a:xfrm>
            <a:off x="6189644" y="1918882"/>
            <a:ext cx="2547956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sz="1600" dirty="0">
                <a:latin typeface="+mn-lt"/>
              </a:rPr>
              <a:t>Passenger Recovery Analysis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05" name="Google Shape;3805;p38"/>
          <p:cNvSpPr txBox="1">
            <a:spLocks noGrp="1"/>
          </p:cNvSpPr>
          <p:nvPr>
            <p:ph type="subTitle" idx="6"/>
          </p:nvPr>
        </p:nvSpPr>
        <p:spPr>
          <a:xfrm>
            <a:off x="5907196" y="3933845"/>
            <a:ext cx="2902864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dirty="0">
                <a:latin typeface="+mn-lt"/>
              </a:rPr>
              <a:t>Key Insights &amp; Conclusion</a:t>
            </a:r>
          </a:p>
        </p:txBody>
      </p:sp>
      <p:sp>
        <p:nvSpPr>
          <p:cNvPr id="3806" name="Google Shape;3806;p38"/>
          <p:cNvSpPr txBox="1">
            <a:spLocks noGrp="1"/>
          </p:cNvSpPr>
          <p:nvPr>
            <p:ph type="title" idx="7"/>
          </p:nvPr>
        </p:nvSpPr>
        <p:spPr>
          <a:xfrm>
            <a:off x="1505376" y="12958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807" name="Google Shape;3807;p38"/>
          <p:cNvSpPr txBox="1">
            <a:spLocks noGrp="1"/>
          </p:cNvSpPr>
          <p:nvPr>
            <p:ph type="title" idx="8"/>
          </p:nvPr>
        </p:nvSpPr>
        <p:spPr>
          <a:xfrm>
            <a:off x="1505376" y="3222790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808" name="Google Shape;3808;p38"/>
          <p:cNvSpPr txBox="1">
            <a:spLocks noGrp="1"/>
          </p:cNvSpPr>
          <p:nvPr>
            <p:ph type="title" idx="9"/>
          </p:nvPr>
        </p:nvSpPr>
        <p:spPr>
          <a:xfrm>
            <a:off x="4133778" y="1309701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809" name="Google Shape;3809;p38"/>
          <p:cNvSpPr txBox="1">
            <a:spLocks noGrp="1"/>
          </p:cNvSpPr>
          <p:nvPr>
            <p:ph type="title" idx="13"/>
          </p:nvPr>
        </p:nvSpPr>
        <p:spPr>
          <a:xfrm>
            <a:off x="4133778" y="3222790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810" name="Google Shape;3810;p38"/>
          <p:cNvSpPr txBox="1">
            <a:spLocks noGrp="1"/>
          </p:cNvSpPr>
          <p:nvPr>
            <p:ph type="title" idx="14"/>
          </p:nvPr>
        </p:nvSpPr>
        <p:spPr>
          <a:xfrm>
            <a:off x="6903924" y="12958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11" name="Google Shape;3811;p38"/>
          <p:cNvSpPr txBox="1">
            <a:spLocks noGrp="1"/>
          </p:cNvSpPr>
          <p:nvPr>
            <p:ph type="title" idx="15"/>
          </p:nvPr>
        </p:nvSpPr>
        <p:spPr>
          <a:xfrm>
            <a:off x="6903924" y="3227377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6" name="Google Shape;7016;p72"/>
          <p:cNvSpPr txBox="1">
            <a:spLocks noGrp="1"/>
          </p:cNvSpPr>
          <p:nvPr>
            <p:ph type="body" idx="1"/>
          </p:nvPr>
        </p:nvSpPr>
        <p:spPr>
          <a:xfrm>
            <a:off x="597452" y="1215750"/>
            <a:ext cx="8150622" cy="28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IN" dirty="0">
                <a:latin typeface="+mn-lt"/>
              </a:rPr>
              <a:t>To evaluate the “post-COVID” recovery of major Indian and Gulf airlines by comparing passenger traffic, revenue, capacity, and overall recovery trends from 2019 to 2025.</a:t>
            </a:r>
          </a:p>
          <a:p>
            <a:pPr marL="139700" indent="0">
              <a:buNone/>
            </a:pPr>
            <a:br>
              <a:rPr lang="en-IN" dirty="0"/>
            </a:br>
            <a:endParaRPr lang="en-IN" dirty="0"/>
          </a:p>
          <a:p>
            <a:pPr marL="139700" indent="0">
              <a:buNone/>
            </a:pPr>
            <a:r>
              <a:rPr lang="en-IN" b="1" dirty="0"/>
              <a:t>Scope</a:t>
            </a:r>
          </a:p>
          <a:p>
            <a:pPr>
              <a:buFont typeface="Wingdings" pitchFamily="2" charset="2"/>
              <a:buChar char="Ø"/>
            </a:pPr>
            <a:endParaRPr lang="en-IN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IN" dirty="0">
                <a:latin typeface="+mn-lt"/>
              </a:rPr>
              <a:t>Airlines covered: IndiGo, Air India, SpiceJet, Emirates, Qatar Airways, Etihad Airways</a:t>
            </a:r>
          </a:p>
          <a:p>
            <a:pPr>
              <a:buFont typeface="Wingdings" pitchFamily="2" charset="2"/>
              <a:buChar char="Ø"/>
            </a:pPr>
            <a:r>
              <a:rPr lang="en-IN" dirty="0">
                <a:latin typeface="+mn-lt"/>
              </a:rPr>
              <a:t>Baseline year: 2019 (Pre-COVID)</a:t>
            </a:r>
          </a:p>
          <a:p>
            <a:pPr>
              <a:buFont typeface="Wingdings" pitchFamily="2" charset="2"/>
              <a:buChar char="Ø"/>
            </a:pPr>
            <a:r>
              <a:rPr lang="en-IN" dirty="0">
                <a:latin typeface="+mn-lt"/>
              </a:rPr>
              <a:t>Recovery measured using a composite recovery index derived from key operational and financial metrics</a:t>
            </a:r>
          </a:p>
        </p:txBody>
      </p:sp>
      <p:sp>
        <p:nvSpPr>
          <p:cNvPr id="7017" name="Google Shape;7017;p72"/>
          <p:cNvSpPr txBox="1">
            <a:spLocks noGrp="1"/>
          </p:cNvSpPr>
          <p:nvPr>
            <p:ph type="title"/>
          </p:nvPr>
        </p:nvSpPr>
        <p:spPr>
          <a:xfrm>
            <a:off x="720000" y="643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objective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2" name="Google Shape;4252;p41"/>
          <p:cNvGrpSpPr/>
          <p:nvPr/>
        </p:nvGrpSpPr>
        <p:grpSpPr>
          <a:xfrm rot="4060383">
            <a:off x="7240906" y="443569"/>
            <a:ext cx="1763564" cy="1672782"/>
            <a:chOff x="4138184" y="930105"/>
            <a:chExt cx="3959591" cy="3755764"/>
          </a:xfrm>
        </p:grpSpPr>
        <p:sp>
          <p:nvSpPr>
            <p:cNvPr id="4253" name="Google Shape;4253;p41"/>
            <p:cNvSpPr/>
            <p:nvPr/>
          </p:nvSpPr>
          <p:spPr>
            <a:xfrm>
              <a:off x="5909881" y="2233489"/>
              <a:ext cx="2187893" cy="2136822"/>
            </a:xfrm>
            <a:custGeom>
              <a:avLst/>
              <a:gdLst/>
              <a:ahLst/>
              <a:cxnLst/>
              <a:rect l="l" t="t" r="r" b="b"/>
              <a:pathLst>
                <a:path w="101444" h="99076" extrusionOk="0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54" name="Google Shape;4254;p41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4255" name="Google Shape;4255;p41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avLst/>
                <a:gdLst/>
                <a:ahLst/>
                <a:cxnLst/>
                <a:rect l="l" t="t" r="r" b="b"/>
                <a:pathLst>
                  <a:path w="179352" h="174140" extrusionOk="0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41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avLst/>
                <a:gdLst/>
                <a:ahLst/>
                <a:cxnLst/>
                <a:rect l="l" t="t" r="r" b="b"/>
                <a:pathLst>
                  <a:path w="170421" h="142725" extrusionOk="0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7" name="Google Shape;4257;p41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7819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8" name="Google Shape;4258;p41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5248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41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avLst/>
                <a:gdLst/>
                <a:ahLst/>
                <a:cxnLst/>
                <a:rect l="l" t="t" r="r" b="b"/>
                <a:pathLst>
                  <a:path w="24298" h="8949" extrusionOk="0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41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6749" extrusionOk="0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41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7469" extrusionOk="0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4262;p41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avLst/>
                <a:gdLst/>
                <a:ahLst/>
                <a:cxnLst/>
                <a:rect l="l" t="t" r="r" b="b"/>
                <a:pathLst>
                  <a:path w="20244" h="19010" extrusionOk="0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3" name="Google Shape;4263;p41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avLst/>
                <a:gdLst/>
                <a:ahLst/>
                <a:cxnLst/>
                <a:rect l="l" t="t" r="r" b="b"/>
                <a:pathLst>
                  <a:path w="16130" h="5552" extrusionOk="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41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avLst/>
                <a:gdLst/>
                <a:ahLst/>
                <a:cxnLst/>
                <a:rect l="l" t="t" r="r" b="b"/>
                <a:pathLst>
                  <a:path w="15615" h="10740" extrusionOk="0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41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avLst/>
                <a:gdLst/>
                <a:ahLst/>
                <a:cxnLst/>
                <a:rect l="l" t="t" r="r" b="b"/>
                <a:pathLst>
                  <a:path w="19174" h="7325" extrusionOk="0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41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avLst/>
                <a:gdLst/>
                <a:ahLst/>
                <a:cxnLst/>
                <a:rect l="l" t="t" r="r" b="b"/>
                <a:pathLst>
                  <a:path w="13949" h="5110" extrusionOk="0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41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3809" extrusionOk="0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41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avLst/>
                <a:gdLst/>
                <a:ahLst/>
                <a:cxnLst/>
                <a:rect l="l" t="t" r="r" b="b"/>
                <a:pathLst>
                  <a:path w="15614" h="4587" extrusionOk="0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41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43" extrusionOk="0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41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avLst/>
                <a:gdLst/>
                <a:ahLst/>
                <a:cxnLst/>
                <a:rect l="l" t="t" r="r" b="b"/>
                <a:pathLst>
                  <a:path w="12838" h="6850" extrusionOk="0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41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23" extrusionOk="0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41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41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12694" h="3704" extrusionOk="0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41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9691" h="3704" extrusionOk="0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5" name="Google Shape;4275;p41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avLst/>
                <a:gdLst/>
                <a:ahLst/>
                <a:cxnLst/>
                <a:rect l="l" t="t" r="r" b="b"/>
                <a:pathLst>
                  <a:path w="54580" h="44950" extrusionOk="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6" name="Google Shape;4276;p41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avLst/>
                <a:gdLst/>
                <a:ahLst/>
                <a:cxnLst/>
                <a:rect l="l" t="t" r="r" b="b"/>
                <a:pathLst>
                  <a:path w="4055" h="1848" extrusionOk="0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41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157" h="1910" extrusionOk="0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8" name="Google Shape;4278;p41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342" h="1910" extrusionOk="0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41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69699" extrusionOk="0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41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2758" extrusionOk="0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41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2799" extrusionOk="0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41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64" extrusionOk="0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41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avLst/>
                <a:gdLst/>
                <a:ahLst/>
                <a:cxnLst/>
                <a:rect l="l" t="t" r="r" b="b"/>
                <a:pathLst>
                  <a:path w="16582" h="6768" extrusionOk="0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41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6233" extrusionOk="0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5" name="Google Shape;4285;p41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avLst/>
                <a:gdLst/>
                <a:ahLst/>
                <a:cxnLst/>
                <a:rect l="l" t="t" r="r" b="b"/>
                <a:pathLst>
                  <a:path w="4239" h="4758" extrusionOk="0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6" name="Google Shape;4286;p41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3087" extrusionOk="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7" name="Google Shape;4287;p41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avLst/>
                <a:gdLst/>
                <a:ahLst/>
                <a:cxnLst/>
                <a:rect l="l" t="t" r="r" b="b"/>
                <a:pathLst>
                  <a:path w="3560" h="3224" extrusionOk="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8" name="Google Shape;4288;p41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033" extrusionOk="0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9" name="Google Shape;4289;p41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3847" extrusionOk="0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41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3435" extrusionOk="0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41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3663" extrusionOk="0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41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48" extrusionOk="0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41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2367" extrusionOk="0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41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3" extrusionOk="0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41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13" extrusionOk="0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41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95" extrusionOk="0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41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311" extrusionOk="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41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20" extrusionOk="0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41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200" extrusionOk="0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41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1" extrusionOk="0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41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12" extrusionOk="0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41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4" extrusionOk="0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41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3" extrusionOk="0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41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8" extrusionOk="0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41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214" extrusionOk="0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41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09" extrusionOk="0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41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2" extrusionOk="0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41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9" extrusionOk="0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41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9" extrusionOk="0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41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1" extrusionOk="0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41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0" extrusionOk="0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41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306" extrusionOk="0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41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1" extrusionOk="0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41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195" extrusionOk="0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41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0" extrusionOk="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41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0" extrusionOk="0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41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89" extrusionOk="0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41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6" extrusionOk="0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41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5" extrusionOk="0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41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41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6" extrusionOk="0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41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7" extrusionOk="0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41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96" extrusionOk="0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41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6" extrusionOk="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41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4" extrusionOk="0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41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41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4" extrusionOk="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41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6" extrusionOk="0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41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6" extrusionOk="0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41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300" extrusionOk="0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41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195" extrusionOk="0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41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2" extrusionOk="0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41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3" extrusionOk="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41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4" extrusionOk="0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41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2184" extrusionOk="0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41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292" extrusionOk="0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41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195" extrusionOk="0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41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83" extrusionOk="0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41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2" extrusionOk="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41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194" extrusionOk="0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41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4" extrusionOk="0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41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7" extrusionOk="0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41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41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1" extrusionOk="0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41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2327" extrusionOk="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41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28" extrusionOk="0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41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41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337" extrusionOk="0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41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237" extrusionOk="0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41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0" extrusionOk="0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41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27" extrusionOk="0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41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41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41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2321" extrusionOk="0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41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42" extrusionOk="0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6" name="Google Shape;4356;p41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41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1" extrusionOk="0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41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233" extrusionOk="0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41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2" extrusionOk="0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41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41" extrusionOk="0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41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32" extrusionOk="0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41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1" extrusionOk="0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41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5" extrusionOk="0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41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3" extrusionOk="0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41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32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6" name="Google Shape;4366;p41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41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40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41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42" extrusionOk="0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41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8" extrusionOk="0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41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23" extrusionOk="0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41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22" extrusionOk="0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41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38" extrusionOk="0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41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22" extrusionOk="0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41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921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41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41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9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41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41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337" extrusionOk="0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41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4" extrusionOk="0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41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61" extrusionOk="0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41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5" extrusionOk="0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41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2239" extrusionOk="0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41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53" extrusionOk="0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41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55" extrusionOk="0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41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9" extrusionOk="0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41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53" extrusionOk="0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41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7" extrusionOk="0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41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6" extrusionOk="0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41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196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390" name="Google Shape;4390;p41"/>
          <p:cNvSpPr txBox="1">
            <a:spLocks noGrp="1"/>
          </p:cNvSpPr>
          <p:nvPr>
            <p:ph type="title"/>
          </p:nvPr>
        </p:nvSpPr>
        <p:spPr>
          <a:xfrm>
            <a:off x="1819200" y="238899"/>
            <a:ext cx="55056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400" b="1" dirty="0">
                <a:latin typeface="+mj-lt"/>
              </a:rPr>
              <a:t>Data &amp; Methodology</a:t>
            </a:r>
            <a:br>
              <a:rPr lang="en-IN" sz="2800" b="1" dirty="0"/>
            </a:br>
            <a:endParaRPr sz="2800" dirty="0"/>
          </a:p>
        </p:txBody>
      </p:sp>
      <p:sp>
        <p:nvSpPr>
          <p:cNvPr id="4391" name="Google Shape;4391;p41"/>
          <p:cNvSpPr txBox="1">
            <a:spLocks noGrp="1"/>
          </p:cNvSpPr>
          <p:nvPr>
            <p:ph type="subTitle" idx="1"/>
          </p:nvPr>
        </p:nvSpPr>
        <p:spPr>
          <a:xfrm>
            <a:off x="310986" y="397526"/>
            <a:ext cx="8757599" cy="47459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en-IN" sz="1400" dirty="0"/>
            </a:br>
            <a:endParaRPr lang="en-IN" sz="1400" dirty="0"/>
          </a:p>
          <a:p>
            <a:pPr algn="l"/>
            <a:r>
              <a:rPr lang="en-IN" sz="1400" b="1" dirty="0">
                <a:latin typeface="+mn-lt"/>
              </a:rPr>
              <a:t>Data Sources</a:t>
            </a:r>
            <a:endParaRPr lang="en-IN" sz="1400" dirty="0">
              <a:latin typeface="+mn-lt"/>
            </a:endParaRPr>
          </a:p>
          <a:p>
            <a:pPr algn="l">
              <a:buFont typeface="Wingdings" pitchFamily="2" charset="2"/>
              <a:buChar char="Ø"/>
            </a:pPr>
            <a:r>
              <a:rPr lang="en-IN" sz="1400" dirty="0">
                <a:latin typeface="+mn-lt"/>
              </a:rPr>
              <a:t>Airline annual reports and investor disclosures (2019–2025)</a:t>
            </a:r>
          </a:p>
          <a:p>
            <a:pPr algn="l">
              <a:buFont typeface="Wingdings" pitchFamily="2" charset="2"/>
              <a:buChar char="Ø"/>
            </a:pPr>
            <a:r>
              <a:rPr lang="en-IN" sz="1400" dirty="0">
                <a:latin typeface="+mn-lt"/>
              </a:rPr>
              <a:t>Passenger traffic, revenue, fleet size, and network data</a:t>
            </a:r>
          </a:p>
          <a:p>
            <a:pPr algn="l">
              <a:buFont typeface="Wingdings" pitchFamily="2" charset="2"/>
              <a:buChar char="Ø"/>
            </a:pPr>
            <a:r>
              <a:rPr lang="en-IN" sz="1400" dirty="0">
                <a:latin typeface="+mn-lt"/>
              </a:rPr>
              <a:t>Publicly available industry reports and airline disclosures</a:t>
            </a:r>
            <a:br>
              <a:rPr lang="en-IN" sz="1400" dirty="0">
                <a:latin typeface="+mn-lt"/>
              </a:rPr>
            </a:br>
            <a:endParaRPr lang="en-IN" sz="1400" dirty="0">
              <a:latin typeface="+mn-lt"/>
            </a:endParaRPr>
          </a:p>
          <a:p>
            <a:pPr algn="l"/>
            <a:r>
              <a:rPr lang="en-IN" sz="1400" b="1" dirty="0">
                <a:latin typeface="+mn-lt"/>
              </a:rPr>
              <a:t>Methodology</a:t>
            </a:r>
            <a:endParaRPr lang="en-IN" sz="1400" dirty="0">
              <a:latin typeface="+mn-lt"/>
            </a:endParaRPr>
          </a:p>
          <a:p>
            <a:pPr algn="l"/>
            <a:r>
              <a:rPr lang="en-IN" sz="1400" dirty="0">
                <a:latin typeface="+mn-lt"/>
              </a:rPr>
              <a:t>2019 used as the </a:t>
            </a:r>
            <a:r>
              <a:rPr lang="en-IN" sz="1400" b="1" dirty="0">
                <a:latin typeface="+mn-lt"/>
              </a:rPr>
              <a:t>baseline year (Index = 100)</a:t>
            </a:r>
            <a:endParaRPr lang="en-IN" sz="1400" dirty="0">
              <a:latin typeface="+mn-lt"/>
            </a:endParaRPr>
          </a:p>
          <a:p>
            <a:pPr algn="l"/>
            <a:r>
              <a:rPr lang="en-IN" sz="1400" dirty="0">
                <a:latin typeface="+mn-lt"/>
              </a:rPr>
              <a:t>Individual recovery indices calculated for:</a:t>
            </a:r>
          </a:p>
          <a:p>
            <a:pPr algn="l">
              <a:buFont typeface="Wingdings" pitchFamily="2" charset="2"/>
              <a:buChar char="Ø"/>
            </a:pPr>
            <a:r>
              <a:rPr lang="en-IN" sz="1400" dirty="0">
                <a:latin typeface="+mn-lt"/>
              </a:rPr>
              <a:t>Passenger traffic</a:t>
            </a:r>
          </a:p>
          <a:p>
            <a:pPr algn="l">
              <a:buFont typeface="Wingdings" pitchFamily="2" charset="2"/>
              <a:buChar char="Ø"/>
            </a:pPr>
            <a:r>
              <a:rPr lang="en-IN" sz="1400" dirty="0">
                <a:latin typeface="+mn-lt"/>
              </a:rPr>
              <a:t>Revenue</a:t>
            </a:r>
          </a:p>
          <a:p>
            <a:pPr algn="l">
              <a:buFont typeface="Wingdings" pitchFamily="2" charset="2"/>
              <a:buChar char="Ø"/>
            </a:pPr>
            <a:r>
              <a:rPr lang="en-IN" sz="1400" dirty="0">
                <a:latin typeface="+mn-lt"/>
              </a:rPr>
              <a:t>Fleet size</a:t>
            </a:r>
          </a:p>
          <a:p>
            <a:pPr algn="l"/>
            <a:r>
              <a:rPr lang="en-IN" sz="1400" dirty="0">
                <a:latin typeface="+mn-lt"/>
              </a:rPr>
              <a:t>A </a:t>
            </a:r>
            <a:r>
              <a:rPr lang="en-IN" sz="1400" b="1" dirty="0">
                <a:latin typeface="+mn-lt"/>
              </a:rPr>
              <a:t>Composite Recovery Index</a:t>
            </a:r>
            <a:r>
              <a:rPr lang="en-IN" sz="1400" dirty="0">
                <a:latin typeface="+mn-lt"/>
              </a:rPr>
              <a:t> computed as the average of the above indices</a:t>
            </a:r>
          </a:p>
          <a:p>
            <a:pPr algn="l"/>
            <a:br>
              <a:rPr lang="en-IN" sz="1400" dirty="0">
                <a:latin typeface="+mn-lt"/>
              </a:rPr>
            </a:br>
            <a:endParaRPr lang="en-IN" sz="1400" dirty="0">
              <a:latin typeface="+mn-lt"/>
            </a:endParaRPr>
          </a:p>
          <a:p>
            <a:pPr algn="l"/>
            <a:r>
              <a:rPr lang="en-IN" sz="1400" b="1" dirty="0">
                <a:latin typeface="+mn-lt"/>
              </a:rPr>
              <a:t>Currency &amp; Financial Year Adjustments</a:t>
            </a:r>
            <a:endParaRPr lang="en-IN" sz="1400" dirty="0">
              <a:latin typeface="+mn-lt"/>
            </a:endParaRPr>
          </a:p>
          <a:p>
            <a:pPr algn="l">
              <a:buFont typeface="Wingdings" pitchFamily="2" charset="2"/>
              <a:buChar char="Ø"/>
            </a:pPr>
            <a:r>
              <a:rPr lang="en-IN" sz="1400" dirty="0">
                <a:latin typeface="+mn-lt"/>
              </a:rPr>
              <a:t>Indian airlines reported in INR; converted to USD using a fixed project rate</a:t>
            </a:r>
          </a:p>
          <a:p>
            <a:pPr algn="l">
              <a:buFont typeface="Wingdings" pitchFamily="2" charset="2"/>
              <a:buChar char="Ø"/>
            </a:pPr>
            <a:r>
              <a:rPr lang="en-IN" sz="1400" dirty="0">
                <a:latin typeface="+mn-lt"/>
              </a:rPr>
              <a:t>Gulf airlines reported in USD or pegged currencies (AED/QAR)</a:t>
            </a:r>
          </a:p>
          <a:p>
            <a:pPr algn="l">
              <a:buFont typeface="Wingdings" pitchFamily="2" charset="2"/>
              <a:buChar char="Ø"/>
            </a:pPr>
            <a:r>
              <a:rPr lang="en-IN" sz="1400" dirty="0">
                <a:latin typeface="+mn-lt"/>
              </a:rPr>
              <a:t>Differences in financial year (FY vs CY) noted and normalized for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6">
          <a:extLst>
            <a:ext uri="{FF2B5EF4-FFF2-40B4-BE49-F238E27FC236}">
              <a16:creationId xmlns:a16="http://schemas.microsoft.com/office/drawing/2014/main" id="{392134AA-7DA4-39FB-DDD7-FA5E8F03B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C237294-C932-F9D5-2BA3-356427B5A0C7}"/>
              </a:ext>
            </a:extLst>
          </p:cNvPr>
          <p:cNvSpPr txBox="1"/>
          <p:nvPr/>
        </p:nvSpPr>
        <p:spPr>
          <a:xfrm>
            <a:off x="263691" y="207389"/>
            <a:ext cx="5072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"/>
              </a:rPr>
              <a:t>Passenger Traffic Recovery — Indian Airlines(2019 = 100)</a:t>
            </a:r>
            <a:endParaRPr lang="en-IN" dirty="0">
              <a:latin typeface=""/>
            </a:endParaRPr>
          </a:p>
          <a:p>
            <a:endParaRPr lang="en-US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BBDBCCA-02AB-16FF-DA96-04C15CCBA1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1547944"/>
              </p:ext>
            </p:extLst>
          </p:nvPr>
        </p:nvGraphicFramePr>
        <p:xfrm>
          <a:off x="263691" y="657535"/>
          <a:ext cx="7843361" cy="309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062EFE5-D3D2-E231-D5CC-43DDB5590956}"/>
              </a:ext>
            </a:extLst>
          </p:cNvPr>
          <p:cNvSpPr txBox="1"/>
          <p:nvPr/>
        </p:nvSpPr>
        <p:spPr>
          <a:xfrm>
            <a:off x="263691" y="3747707"/>
            <a:ext cx="7452681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Key Insights</a:t>
            </a:r>
          </a:p>
          <a:p>
            <a:endParaRPr lang="en-IN" dirty="0"/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Passenger demand collapsed across all Indian airlines in 2021 due to prolonged travel restrictions.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IndiGo demonstrates the fastest and strongest recovery post-2022, driven by domestic network strength.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SpiceJet’s recovery remains uneven, reflecting operational and financial constraints.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668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7B8A5C-3B32-3362-F310-6CE4A74D838A}"/>
              </a:ext>
            </a:extLst>
          </p:cNvPr>
          <p:cNvSpPr txBox="1"/>
          <p:nvPr/>
        </p:nvSpPr>
        <p:spPr>
          <a:xfrm>
            <a:off x="292231" y="188536"/>
            <a:ext cx="4915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"/>
              </a:rPr>
              <a:t>Passenger Traffic Recovery — Gulf Airlines (2019 = 100)</a:t>
            </a:r>
            <a:endParaRPr lang="en-IN" dirty="0">
              <a:latin typeface=""/>
            </a:endParaRPr>
          </a:p>
          <a:p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2C4CFAB-98CF-8BF2-0BE0-7CB6A1C9F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264765"/>
              </p:ext>
            </p:extLst>
          </p:nvPr>
        </p:nvGraphicFramePr>
        <p:xfrm>
          <a:off x="414779" y="622169"/>
          <a:ext cx="7635712" cy="3132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CAFE6E-CB08-3EBE-FA39-346B0CAF5844}"/>
              </a:ext>
            </a:extLst>
          </p:cNvPr>
          <p:cNvSpPr txBox="1"/>
          <p:nvPr/>
        </p:nvSpPr>
        <p:spPr>
          <a:xfrm>
            <a:off x="292231" y="3754635"/>
            <a:ext cx="79672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Key Insights</a:t>
            </a:r>
          </a:p>
          <a:p>
            <a:endParaRPr lang="en-IN" sz="1200" dirty="0"/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Gulf airlines experienced deeper passenger declines due to heavy reliance on international and long-haul travel.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Qatar Airways demonstrates the strongest post-2022 recovery, supported by rapid global network normalization.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Etihad’s recovery path remains uneven, reflecting restructuring and capacity realignment.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6">
          <a:extLst>
            <a:ext uri="{FF2B5EF4-FFF2-40B4-BE49-F238E27FC236}">
              <a16:creationId xmlns:a16="http://schemas.microsoft.com/office/drawing/2014/main" id="{A629126A-EB94-27F4-9319-CDA834496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D826F2E-6BD9-3A05-1124-33EB340DE9F7}"/>
              </a:ext>
            </a:extLst>
          </p:cNvPr>
          <p:cNvSpPr txBox="1"/>
          <p:nvPr/>
        </p:nvSpPr>
        <p:spPr>
          <a:xfrm>
            <a:off x="263691" y="207389"/>
            <a:ext cx="4315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Revenue Recovery — Indian Airlines(2019 = 100)</a:t>
            </a:r>
            <a:endParaRPr lang="en-IN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81A4B0-334A-956A-4E46-373392E1C295}"/>
              </a:ext>
            </a:extLst>
          </p:cNvPr>
          <p:cNvSpPr txBox="1"/>
          <p:nvPr/>
        </p:nvSpPr>
        <p:spPr>
          <a:xfrm>
            <a:off x="160126" y="3341230"/>
            <a:ext cx="898387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Key Insights</a:t>
            </a:r>
          </a:p>
          <a:p>
            <a:endParaRPr lang="en-IN" dirty="0"/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Revenue recovery lagged passenger recovery across all Indian airlines, reflecting lower yields and pricing pressure post-COVID.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IndiGo shows strong and consistent revenue recovery from 2022 onward, supported by scale, domestic dominance, and cost efficiency.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Air India records the sharpest revenue rebound post-2023, driven by privatization, network expansion, and international capacity restoration.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SpiceJet’s revenue recovery remains weak and volatile, indicating ongoing financial and operational stress despite passenger demand normalization.</a:t>
            </a:r>
          </a:p>
          <a:p>
            <a:endParaRPr lang="en-US" sz="12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7A90264-C769-598C-3627-F9D45D163C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5323506"/>
              </p:ext>
            </p:extLst>
          </p:nvPr>
        </p:nvGraphicFramePr>
        <p:xfrm>
          <a:off x="358218" y="635181"/>
          <a:ext cx="7777113" cy="28851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60819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7">
          <a:extLst>
            <a:ext uri="{FF2B5EF4-FFF2-40B4-BE49-F238E27FC236}">
              <a16:creationId xmlns:a16="http://schemas.microsoft.com/office/drawing/2014/main" id="{30107ECA-66A0-26C0-C4F7-FCB430CFF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E67C0E-50D1-7597-DBE0-C8D4288E1AD3}"/>
              </a:ext>
            </a:extLst>
          </p:cNvPr>
          <p:cNvSpPr txBox="1"/>
          <p:nvPr/>
        </p:nvSpPr>
        <p:spPr>
          <a:xfrm>
            <a:off x="292231" y="188536"/>
            <a:ext cx="41969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Revenue Recovery — Gulf Airlines (2019 = 100)</a:t>
            </a:r>
            <a:endParaRPr lang="en-IN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F13CC-C0C4-95EE-53E6-005FA7C642F2}"/>
              </a:ext>
            </a:extLst>
          </p:cNvPr>
          <p:cNvSpPr txBox="1"/>
          <p:nvPr/>
        </p:nvSpPr>
        <p:spPr>
          <a:xfrm>
            <a:off x="216818" y="3389174"/>
            <a:ext cx="90120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Key Insights</a:t>
            </a:r>
          </a:p>
          <a:p>
            <a:endParaRPr lang="en-IN" sz="1200" b="1" dirty="0"/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Qatar Airways shows the strongest and fastest revenue recovery post-2021, supported by long-haul international demand and hub dominance.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Emirates demonstrates steady and resilient revenue recovery, reflecting scale, network breadth, and early international capacity restoration.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dirty="0"/>
              <a:t>Etihad’s sharper revenue dip in 2020 reflects calendar-year (Jan–Dec) reporting and restructuring impacts, followed by gradual recovery post-2022.</a:t>
            </a:r>
          </a:p>
          <a:p>
            <a:endParaRPr lang="en-US" sz="12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696562E-B711-6515-4840-6A18EE632B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2193436"/>
              </p:ext>
            </p:extLst>
          </p:nvPr>
        </p:nvGraphicFramePr>
        <p:xfrm>
          <a:off x="358220" y="577458"/>
          <a:ext cx="7224074" cy="3098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22561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66F892-C095-B471-E73A-B639D88E2211}"/>
              </a:ext>
            </a:extLst>
          </p:cNvPr>
          <p:cNvSpPr txBox="1"/>
          <p:nvPr/>
        </p:nvSpPr>
        <p:spPr>
          <a:xfrm>
            <a:off x="320511" y="207390"/>
            <a:ext cx="5694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Airline-to-Airline Recovery Comparison (Composite index – 2025)</a:t>
            </a:r>
            <a:endParaRPr lang="en-IN" dirty="0"/>
          </a:p>
          <a:p>
            <a:endParaRPr lang="en-US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333087E-2C6F-8950-5D4B-73BEEBCA3E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2184693"/>
              </p:ext>
            </p:extLst>
          </p:nvPr>
        </p:nvGraphicFramePr>
        <p:xfrm>
          <a:off x="320511" y="617489"/>
          <a:ext cx="4864231" cy="3737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8614872-D946-CEFE-2BBC-E253B57C8E31}"/>
              </a:ext>
            </a:extLst>
          </p:cNvPr>
          <p:cNvSpPr txBox="1"/>
          <p:nvPr/>
        </p:nvSpPr>
        <p:spPr>
          <a:xfrm>
            <a:off x="320511" y="4543097"/>
            <a:ext cx="801304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IN" sz="1200" i="1" dirty="0"/>
              <a:t>Indian airlines recovered faster in percentage terms because domestic demand normalized earlier, while Gulf carriers relied more on delayed international traffic recovery.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474713-AE23-CF74-22E4-280BE377AFC7}"/>
              </a:ext>
            </a:extLst>
          </p:cNvPr>
          <p:cNvSpPr txBox="1"/>
          <p:nvPr/>
        </p:nvSpPr>
        <p:spPr>
          <a:xfrm>
            <a:off x="5184742" y="788316"/>
            <a:ext cx="398753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IN" sz="1300" b="1" dirty="0"/>
              <a:t>Indian carriers</a:t>
            </a:r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IndiGo</a:t>
            </a:r>
            <a:r>
              <a:rPr lang="en-IN" sz="1200" dirty="0"/>
              <a:t> – highest recovery; domestic scale &amp; early capacity addition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Air India</a:t>
            </a:r>
            <a:r>
              <a:rPr lang="en-IN" sz="1200" dirty="0"/>
              <a:t> – strong late recovery; privatization + network rebuild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SpiceJet</a:t>
            </a:r>
            <a:r>
              <a:rPr lang="en-IN" sz="1200" dirty="0"/>
              <a:t> – weakest recovery; operational &amp; financial stress</a:t>
            </a:r>
          </a:p>
          <a:p>
            <a:br>
              <a:rPr lang="en-IN" sz="1200" dirty="0"/>
            </a:br>
            <a:endParaRPr lang="en-IN" sz="1200" dirty="0"/>
          </a:p>
          <a:p>
            <a:pPr marL="171450" indent="-171450">
              <a:buFont typeface="Wingdings" pitchFamily="2" charset="2"/>
              <a:buChar char="Ø"/>
            </a:pPr>
            <a:r>
              <a:rPr lang="en-IN" sz="1300" b="1" dirty="0"/>
              <a:t>Gulf carriers</a:t>
            </a:r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Qatar Airways</a:t>
            </a:r>
            <a:r>
              <a:rPr lang="en-IN" sz="1200" dirty="0"/>
              <a:t> – strongest Gulf performer; hub &amp; long-haul dominance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Emirates</a:t>
            </a:r>
            <a:r>
              <a:rPr lang="en-IN" sz="1200" dirty="0"/>
              <a:t> – steady but slower recovery; international exposure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Etihad</a:t>
            </a:r>
            <a:r>
              <a:rPr lang="en-IN" sz="1200" dirty="0"/>
              <a:t> – weakest Gulf recovery; restructuring + CY reporting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45E6392-7B8F-806A-CA2F-5E909E362D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7215872"/>
              </p:ext>
            </p:extLst>
          </p:nvPr>
        </p:nvGraphicFramePr>
        <p:xfrm>
          <a:off x="301659" y="801278"/>
          <a:ext cx="5476972" cy="2347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0095B5-04C8-5B8E-42C7-BF1AA732A346}"/>
              </a:ext>
            </a:extLst>
          </p:cNvPr>
          <p:cNvSpPr txBox="1"/>
          <p:nvPr/>
        </p:nvSpPr>
        <p:spPr>
          <a:xfrm>
            <a:off x="5542961" y="1084083"/>
            <a:ext cx="360104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Metric: </a:t>
            </a:r>
            <a:r>
              <a:rPr lang="en-IN" sz="1200" b="1" dirty="0"/>
              <a:t>Composite Recovery Index (2019 = 100)</a:t>
            </a:r>
            <a:endParaRPr lang="en-IN" sz="1200" dirty="0"/>
          </a:p>
          <a:p>
            <a:r>
              <a:rPr lang="en-IN" sz="1200" dirty="0"/>
              <a:t>Year: </a:t>
            </a:r>
            <a:r>
              <a:rPr lang="en-IN" sz="1200" b="1" dirty="0"/>
              <a:t>2025</a:t>
            </a:r>
            <a:endParaRPr lang="en-IN" sz="1200" dirty="0"/>
          </a:p>
          <a:p>
            <a:r>
              <a:rPr lang="en-IN" sz="1200" dirty="0"/>
              <a:t>Bars: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b="1" dirty="0"/>
              <a:t>India (</a:t>
            </a:r>
            <a:r>
              <a:rPr lang="en-IN" sz="1200" b="1" dirty="0" err="1"/>
              <a:t>Avg</a:t>
            </a:r>
            <a:r>
              <a:rPr lang="en-IN" sz="1200" b="1" dirty="0"/>
              <a:t> of IndiGo, Air India, SpiceJet)</a:t>
            </a:r>
            <a:endParaRPr lang="en-IN" sz="1200" dirty="0"/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b="1" dirty="0"/>
              <a:t>Gulf (</a:t>
            </a:r>
            <a:r>
              <a:rPr lang="en-IN" sz="1200" b="1" dirty="0" err="1"/>
              <a:t>Avg</a:t>
            </a:r>
            <a:r>
              <a:rPr lang="en-IN" sz="1200" b="1" dirty="0"/>
              <a:t> of Emirates, Qatar, Etihad)</a:t>
            </a:r>
            <a:endParaRPr lang="en-IN" sz="1200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383441-5677-9930-3757-FD9698028D29}"/>
              </a:ext>
            </a:extLst>
          </p:cNvPr>
          <p:cNvSpPr txBox="1"/>
          <p:nvPr/>
        </p:nvSpPr>
        <p:spPr>
          <a:xfrm>
            <a:off x="231920" y="539668"/>
            <a:ext cx="5546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India Airlines Recovered Faster Than Gulf Carriers Post-COVID</a:t>
            </a:r>
            <a:endParaRPr lang="en-IN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63B8B4-D855-4114-8E71-7FAA7EB4C711}"/>
              </a:ext>
            </a:extLst>
          </p:cNvPr>
          <p:cNvSpPr txBox="1"/>
          <p:nvPr/>
        </p:nvSpPr>
        <p:spPr>
          <a:xfrm>
            <a:off x="301659" y="3289954"/>
            <a:ext cx="750718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IN" sz="1200" b="1" dirty="0"/>
              <a:t>India outperformed Gulf carriers in overall recovery</a:t>
            </a:r>
            <a:r>
              <a:rPr lang="en-IN" sz="1200" dirty="0"/>
              <a:t>, driven by faster domestic demand normalization.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b="1" dirty="0"/>
              <a:t>Gulf recovery lagged due to reliance on international traffic</a:t>
            </a:r>
            <a:r>
              <a:rPr lang="en-IN" sz="1200" dirty="0"/>
              <a:t>, which resumed later post-COVID.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IN" sz="1200" b="1" dirty="0"/>
              <a:t>Qatar Airways is the Gulf outperformer</a:t>
            </a:r>
            <a:r>
              <a:rPr lang="en-IN" sz="1200" dirty="0"/>
              <a:t>, but regional averages remain below India.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3EF243-C144-4E6A-45E2-E2B44EB173BE}"/>
              </a:ext>
            </a:extLst>
          </p:cNvPr>
          <p:cNvSpPr txBox="1"/>
          <p:nvPr/>
        </p:nvSpPr>
        <p:spPr>
          <a:xfrm>
            <a:off x="1702803" y="2742200"/>
            <a:ext cx="1805302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Composite Recovery Index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1" name="Google Shape;4541;p43"/>
          <p:cNvSpPr txBox="1">
            <a:spLocks noGrp="1"/>
          </p:cNvSpPr>
          <p:nvPr>
            <p:ph type="title"/>
          </p:nvPr>
        </p:nvSpPr>
        <p:spPr>
          <a:xfrm>
            <a:off x="320099" y="322642"/>
            <a:ext cx="600528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b="1" dirty="0">
                <a:latin typeface=""/>
              </a:rPr>
              <a:t>Post-COVID Airline Recovery: Key Findings (2019–2025)</a:t>
            </a:r>
            <a:endParaRPr lang="en-IN" sz="1600" dirty="0">
              <a:latin typeface=""/>
            </a:endParaRPr>
          </a:p>
        </p:txBody>
      </p:sp>
      <p:grpSp>
        <p:nvGrpSpPr>
          <p:cNvPr id="4543" name="Google Shape;4543;p43"/>
          <p:cNvGrpSpPr/>
          <p:nvPr/>
        </p:nvGrpSpPr>
        <p:grpSpPr>
          <a:xfrm rot="-121861">
            <a:off x="6820659" y="3433187"/>
            <a:ext cx="1429802" cy="1600398"/>
            <a:chOff x="4138184" y="930105"/>
            <a:chExt cx="3868174" cy="4329704"/>
          </a:xfrm>
        </p:grpSpPr>
        <p:sp>
          <p:nvSpPr>
            <p:cNvPr id="4544" name="Google Shape;4544;p43"/>
            <p:cNvSpPr/>
            <p:nvPr/>
          </p:nvSpPr>
          <p:spPr>
            <a:xfrm>
              <a:off x="4368726" y="3122987"/>
              <a:ext cx="2187893" cy="2136822"/>
            </a:xfrm>
            <a:custGeom>
              <a:avLst/>
              <a:gdLst/>
              <a:ahLst/>
              <a:cxnLst/>
              <a:rect l="l" t="t" r="r" b="b"/>
              <a:pathLst>
                <a:path w="101444" h="99076" extrusionOk="0">
                  <a:moveTo>
                    <a:pt x="14196" y="0"/>
                  </a:moveTo>
                  <a:lnTo>
                    <a:pt x="13949" y="247"/>
                  </a:lnTo>
                  <a:cubicBezTo>
                    <a:pt x="13167" y="1029"/>
                    <a:pt x="14217" y="2900"/>
                    <a:pt x="15657" y="4361"/>
                  </a:cubicBezTo>
                  <a:lnTo>
                    <a:pt x="47276" y="36103"/>
                  </a:lnTo>
                  <a:lnTo>
                    <a:pt x="49374" y="38223"/>
                  </a:lnTo>
                  <a:cubicBezTo>
                    <a:pt x="38492" y="44025"/>
                    <a:pt x="28062" y="50051"/>
                    <a:pt x="19956" y="55257"/>
                  </a:cubicBezTo>
                  <a:lnTo>
                    <a:pt x="640" y="54413"/>
                  </a:lnTo>
                  <a:lnTo>
                    <a:pt x="495" y="54577"/>
                  </a:lnTo>
                  <a:cubicBezTo>
                    <a:pt x="1" y="55194"/>
                    <a:pt x="105" y="56080"/>
                    <a:pt x="722" y="56574"/>
                  </a:cubicBezTo>
                  <a:lnTo>
                    <a:pt x="8806" y="63012"/>
                  </a:lnTo>
                  <a:cubicBezTo>
                    <a:pt x="3808" y="66983"/>
                    <a:pt x="3602" y="68320"/>
                    <a:pt x="3972" y="69060"/>
                  </a:cubicBezTo>
                  <a:cubicBezTo>
                    <a:pt x="4166" y="69418"/>
                    <a:pt x="4567" y="69740"/>
                    <a:pt x="5666" y="69740"/>
                  </a:cubicBezTo>
                  <a:cubicBezTo>
                    <a:pt x="6782" y="69740"/>
                    <a:pt x="8617" y="69408"/>
                    <a:pt x="11686" y="68443"/>
                  </a:cubicBezTo>
                  <a:lnTo>
                    <a:pt x="12489" y="78729"/>
                  </a:lnTo>
                  <a:cubicBezTo>
                    <a:pt x="12530" y="79121"/>
                    <a:pt x="12695" y="79470"/>
                    <a:pt x="12983" y="79717"/>
                  </a:cubicBezTo>
                  <a:cubicBezTo>
                    <a:pt x="13234" y="79932"/>
                    <a:pt x="13548" y="80054"/>
                    <a:pt x="13884" y="80054"/>
                  </a:cubicBezTo>
                  <a:cubicBezTo>
                    <a:pt x="13932" y="80054"/>
                    <a:pt x="13982" y="80051"/>
                    <a:pt x="14031" y="80046"/>
                  </a:cubicBezTo>
                  <a:lnTo>
                    <a:pt x="14237" y="80026"/>
                  </a:lnTo>
                  <a:lnTo>
                    <a:pt x="14258" y="79985"/>
                  </a:lnTo>
                  <a:lnTo>
                    <a:pt x="14319" y="79985"/>
                  </a:lnTo>
                  <a:lnTo>
                    <a:pt x="21561" y="68176"/>
                  </a:lnTo>
                  <a:lnTo>
                    <a:pt x="21582" y="68176"/>
                  </a:lnTo>
                  <a:lnTo>
                    <a:pt x="24421" y="63527"/>
                  </a:lnTo>
                  <a:cubicBezTo>
                    <a:pt x="33163" y="59762"/>
                    <a:pt x="43902" y="54558"/>
                    <a:pt x="54703" y="48838"/>
                  </a:cubicBezTo>
                  <a:lnTo>
                    <a:pt x="55505" y="52007"/>
                  </a:lnTo>
                  <a:lnTo>
                    <a:pt x="63981" y="95351"/>
                  </a:lnTo>
                  <a:cubicBezTo>
                    <a:pt x="64351" y="97244"/>
                    <a:pt x="65236" y="99076"/>
                    <a:pt x="66265" y="99076"/>
                  </a:cubicBezTo>
                  <a:lnTo>
                    <a:pt x="66430" y="99076"/>
                  </a:lnTo>
                  <a:lnTo>
                    <a:pt x="66759" y="99013"/>
                  </a:lnTo>
                  <a:lnTo>
                    <a:pt x="66759" y="98994"/>
                  </a:lnTo>
                  <a:lnTo>
                    <a:pt x="66800" y="98994"/>
                  </a:lnTo>
                  <a:lnTo>
                    <a:pt x="68322" y="70645"/>
                  </a:lnTo>
                  <a:cubicBezTo>
                    <a:pt x="68671" y="70480"/>
                    <a:pt x="69000" y="70294"/>
                    <a:pt x="69351" y="70110"/>
                  </a:cubicBezTo>
                  <a:cubicBezTo>
                    <a:pt x="69433" y="70069"/>
                    <a:pt x="69515" y="70028"/>
                    <a:pt x="69576" y="69987"/>
                  </a:cubicBezTo>
                  <a:cubicBezTo>
                    <a:pt x="71614" y="68917"/>
                    <a:pt x="73444" y="67785"/>
                    <a:pt x="74760" y="66797"/>
                  </a:cubicBezTo>
                  <a:cubicBezTo>
                    <a:pt x="76777" y="65296"/>
                    <a:pt x="76839" y="64679"/>
                    <a:pt x="76633" y="64287"/>
                  </a:cubicBezTo>
                  <a:cubicBezTo>
                    <a:pt x="76511" y="64078"/>
                    <a:pt x="76301" y="63892"/>
                    <a:pt x="75762" y="63892"/>
                  </a:cubicBezTo>
                  <a:cubicBezTo>
                    <a:pt x="75297" y="63892"/>
                    <a:pt x="74590" y="64030"/>
                    <a:pt x="73485" y="64411"/>
                  </a:cubicBezTo>
                  <a:cubicBezTo>
                    <a:pt x="72107" y="64905"/>
                    <a:pt x="70379" y="65667"/>
                    <a:pt x="68548" y="66613"/>
                  </a:cubicBezTo>
                  <a:lnTo>
                    <a:pt x="68753" y="62910"/>
                  </a:lnTo>
                  <a:lnTo>
                    <a:pt x="68816" y="62888"/>
                  </a:lnTo>
                  <a:lnTo>
                    <a:pt x="68816" y="62024"/>
                  </a:lnTo>
                  <a:cubicBezTo>
                    <a:pt x="68877" y="61983"/>
                    <a:pt x="68939" y="61964"/>
                    <a:pt x="69022" y="61922"/>
                  </a:cubicBezTo>
                  <a:cubicBezTo>
                    <a:pt x="69617" y="61634"/>
                    <a:pt x="70235" y="61325"/>
                    <a:pt x="70852" y="60996"/>
                  </a:cubicBezTo>
                  <a:cubicBezTo>
                    <a:pt x="71263" y="60770"/>
                    <a:pt x="71655" y="60565"/>
                    <a:pt x="72045" y="60338"/>
                  </a:cubicBezTo>
                  <a:cubicBezTo>
                    <a:pt x="73589" y="59474"/>
                    <a:pt x="74966" y="58590"/>
                    <a:pt x="76016" y="57808"/>
                  </a:cubicBezTo>
                  <a:cubicBezTo>
                    <a:pt x="76345" y="57561"/>
                    <a:pt x="76592" y="57355"/>
                    <a:pt x="76818" y="57169"/>
                  </a:cubicBezTo>
                  <a:cubicBezTo>
                    <a:pt x="78052" y="56100"/>
                    <a:pt x="78073" y="55606"/>
                    <a:pt x="77909" y="55277"/>
                  </a:cubicBezTo>
                  <a:cubicBezTo>
                    <a:pt x="77789" y="55071"/>
                    <a:pt x="77583" y="54893"/>
                    <a:pt x="77062" y="54893"/>
                  </a:cubicBezTo>
                  <a:cubicBezTo>
                    <a:pt x="76598" y="54893"/>
                    <a:pt x="75885" y="55034"/>
                    <a:pt x="74760" y="55422"/>
                  </a:cubicBezTo>
                  <a:cubicBezTo>
                    <a:pt x="74472" y="55524"/>
                    <a:pt x="74143" y="55647"/>
                    <a:pt x="73814" y="55771"/>
                  </a:cubicBezTo>
                  <a:cubicBezTo>
                    <a:pt x="72437" y="56305"/>
                    <a:pt x="70852" y="57046"/>
                    <a:pt x="69227" y="57910"/>
                  </a:cubicBezTo>
                  <a:cubicBezTo>
                    <a:pt x="69145" y="57951"/>
                    <a:pt x="69083" y="57992"/>
                    <a:pt x="69000" y="58033"/>
                  </a:cubicBezTo>
                  <a:lnTo>
                    <a:pt x="69186" y="54906"/>
                  </a:lnTo>
                  <a:cubicBezTo>
                    <a:pt x="69741" y="54618"/>
                    <a:pt x="70297" y="54330"/>
                    <a:pt x="70873" y="54023"/>
                  </a:cubicBezTo>
                  <a:cubicBezTo>
                    <a:pt x="70975" y="53982"/>
                    <a:pt x="71531" y="53672"/>
                    <a:pt x="72333" y="53220"/>
                  </a:cubicBezTo>
                  <a:cubicBezTo>
                    <a:pt x="75501" y="51431"/>
                    <a:pt x="82578" y="47212"/>
                    <a:pt x="81673" y="45506"/>
                  </a:cubicBezTo>
                  <a:cubicBezTo>
                    <a:pt x="81501" y="45181"/>
                    <a:pt x="81095" y="45043"/>
                    <a:pt x="80528" y="45043"/>
                  </a:cubicBezTo>
                  <a:cubicBezTo>
                    <a:pt x="79873" y="45043"/>
                    <a:pt x="79003" y="45228"/>
                    <a:pt x="78032" y="45526"/>
                  </a:cubicBezTo>
                  <a:cubicBezTo>
                    <a:pt x="75029" y="46431"/>
                    <a:pt x="71038" y="48386"/>
                    <a:pt x="69494" y="49187"/>
                  </a:cubicBezTo>
                  <a:lnTo>
                    <a:pt x="69535" y="48323"/>
                  </a:lnTo>
                  <a:lnTo>
                    <a:pt x="69659" y="45917"/>
                  </a:lnTo>
                  <a:lnTo>
                    <a:pt x="69968" y="40424"/>
                  </a:lnTo>
                  <a:cubicBezTo>
                    <a:pt x="70009" y="40404"/>
                    <a:pt x="70029" y="40382"/>
                    <a:pt x="70070" y="40363"/>
                  </a:cubicBezTo>
                  <a:cubicBezTo>
                    <a:pt x="70379" y="40198"/>
                    <a:pt x="70709" y="39992"/>
                    <a:pt x="71038" y="39806"/>
                  </a:cubicBezTo>
                  <a:cubicBezTo>
                    <a:pt x="71222" y="39683"/>
                    <a:pt x="71428" y="39581"/>
                    <a:pt x="71614" y="39477"/>
                  </a:cubicBezTo>
                  <a:cubicBezTo>
                    <a:pt x="71675" y="39436"/>
                    <a:pt x="71757" y="39395"/>
                    <a:pt x="71839" y="39334"/>
                  </a:cubicBezTo>
                  <a:cubicBezTo>
                    <a:pt x="74020" y="38059"/>
                    <a:pt x="76222" y="36762"/>
                    <a:pt x="78381" y="35467"/>
                  </a:cubicBezTo>
                  <a:cubicBezTo>
                    <a:pt x="88338" y="29418"/>
                    <a:pt x="101443" y="20860"/>
                    <a:pt x="100826" y="17898"/>
                  </a:cubicBezTo>
                  <a:lnTo>
                    <a:pt x="100846" y="17528"/>
                  </a:lnTo>
                  <a:lnTo>
                    <a:pt x="100703" y="17610"/>
                  </a:lnTo>
                  <a:cubicBezTo>
                    <a:pt x="100440" y="17209"/>
                    <a:pt x="99845" y="17029"/>
                    <a:pt x="98986" y="17029"/>
                  </a:cubicBezTo>
                  <a:cubicBezTo>
                    <a:pt x="92656" y="17029"/>
                    <a:pt x="72016" y="26829"/>
                    <a:pt x="64825" y="30343"/>
                  </a:cubicBezTo>
                  <a:lnTo>
                    <a:pt x="58406" y="26497"/>
                  </a:lnTo>
                  <a:lnTo>
                    <a:pt x="57748" y="26105"/>
                  </a:lnTo>
                  <a:cubicBezTo>
                    <a:pt x="60258" y="24706"/>
                    <a:pt x="68177" y="20098"/>
                    <a:pt x="67231" y="18309"/>
                  </a:cubicBezTo>
                  <a:cubicBezTo>
                    <a:pt x="67094" y="18044"/>
                    <a:pt x="66825" y="17807"/>
                    <a:pt x="66112" y="17807"/>
                  </a:cubicBezTo>
                  <a:cubicBezTo>
                    <a:pt x="65440" y="17807"/>
                    <a:pt x="64371" y="18018"/>
                    <a:pt x="62644" y="18617"/>
                  </a:cubicBezTo>
                  <a:cubicBezTo>
                    <a:pt x="60258" y="19440"/>
                    <a:pt x="57233" y="20819"/>
                    <a:pt x="54106" y="22465"/>
                  </a:cubicBezTo>
                  <a:cubicBezTo>
                    <a:pt x="53675" y="22690"/>
                    <a:pt x="53263" y="22937"/>
                    <a:pt x="52830" y="23164"/>
                  </a:cubicBezTo>
                  <a:lnTo>
                    <a:pt x="51061" y="22095"/>
                  </a:lnTo>
                  <a:lnTo>
                    <a:pt x="50156" y="21560"/>
                  </a:lnTo>
                  <a:cubicBezTo>
                    <a:pt x="52111" y="20510"/>
                    <a:pt x="53859" y="19420"/>
                    <a:pt x="55135" y="18474"/>
                  </a:cubicBezTo>
                  <a:cubicBezTo>
                    <a:pt x="57172" y="16952"/>
                    <a:pt x="57233" y="16334"/>
                    <a:pt x="57007" y="15943"/>
                  </a:cubicBezTo>
                  <a:cubicBezTo>
                    <a:pt x="56872" y="15689"/>
                    <a:pt x="56560" y="15582"/>
                    <a:pt x="56131" y="15582"/>
                  </a:cubicBezTo>
                  <a:cubicBezTo>
                    <a:pt x="54095" y="15582"/>
                    <a:pt x="49414" y="17998"/>
                    <a:pt x="48326" y="18576"/>
                  </a:cubicBezTo>
                  <a:cubicBezTo>
                    <a:pt x="47770" y="18885"/>
                    <a:pt x="47215" y="19193"/>
                    <a:pt x="46700" y="19481"/>
                  </a:cubicBezTo>
                  <a:lnTo>
                    <a:pt x="43120" y="17342"/>
                  </a:lnTo>
                  <a:lnTo>
                    <a:pt x="42771" y="17136"/>
                  </a:lnTo>
                  <a:cubicBezTo>
                    <a:pt x="44972" y="15902"/>
                    <a:pt x="49498" y="13186"/>
                    <a:pt x="48839" y="11952"/>
                  </a:cubicBezTo>
                  <a:cubicBezTo>
                    <a:pt x="48704" y="11699"/>
                    <a:pt x="48395" y="11592"/>
                    <a:pt x="47970" y="11592"/>
                  </a:cubicBezTo>
                  <a:cubicBezTo>
                    <a:pt x="45937" y="11592"/>
                    <a:pt x="41247" y="14028"/>
                    <a:pt x="40158" y="14606"/>
                  </a:cubicBezTo>
                  <a:cubicBezTo>
                    <a:pt x="39870" y="14750"/>
                    <a:pt x="39582" y="14894"/>
                    <a:pt x="39315" y="15059"/>
                  </a:cubicBezTo>
                  <a:lnTo>
                    <a:pt x="14196" y="0"/>
                  </a:lnTo>
                  <a:close/>
                </a:path>
              </a:pathLst>
            </a:custGeom>
            <a:solidFill>
              <a:srgbClr val="13394F">
                <a:alpha val="34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45" name="Google Shape;4545;p43"/>
            <p:cNvGrpSpPr/>
            <p:nvPr/>
          </p:nvGrpSpPr>
          <p:grpSpPr>
            <a:xfrm>
              <a:off x="4138184" y="930105"/>
              <a:ext cx="3868174" cy="3755764"/>
              <a:chOff x="4138184" y="930105"/>
              <a:chExt cx="3868174" cy="3755764"/>
            </a:xfrm>
          </p:grpSpPr>
          <p:sp>
            <p:nvSpPr>
              <p:cNvPr id="4546" name="Google Shape;4546;p43"/>
              <p:cNvSpPr/>
              <p:nvPr/>
            </p:nvSpPr>
            <p:spPr>
              <a:xfrm>
                <a:off x="4138184" y="930105"/>
                <a:ext cx="3868174" cy="3755764"/>
              </a:xfrm>
              <a:custGeom>
                <a:avLst/>
                <a:gdLst/>
                <a:ahLst/>
                <a:cxnLst/>
                <a:rect l="l" t="t" r="r" b="b"/>
                <a:pathLst>
                  <a:path w="179352" h="174140" extrusionOk="0">
                    <a:moveTo>
                      <a:pt x="24442" y="1"/>
                    </a:moveTo>
                    <a:lnTo>
                      <a:pt x="24442" y="1"/>
                    </a:lnTo>
                    <a:cubicBezTo>
                      <a:pt x="23537" y="886"/>
                      <a:pt x="24915" y="3704"/>
                      <a:pt x="27466" y="6276"/>
                    </a:cubicBezTo>
                    <a:lnTo>
                      <a:pt x="88011" y="67066"/>
                    </a:lnTo>
                    <a:cubicBezTo>
                      <a:pt x="87846" y="67170"/>
                      <a:pt x="87660" y="67252"/>
                      <a:pt x="87495" y="67354"/>
                    </a:cubicBezTo>
                    <a:cubicBezTo>
                      <a:pt x="67109" y="78175"/>
                      <a:pt x="48778" y="88832"/>
                      <a:pt x="34748" y="97842"/>
                    </a:cubicBezTo>
                    <a:lnTo>
                      <a:pt x="598" y="96361"/>
                    </a:lnTo>
                    <a:lnTo>
                      <a:pt x="598" y="96361"/>
                    </a:lnTo>
                    <a:cubicBezTo>
                      <a:pt x="1" y="97123"/>
                      <a:pt x="124" y="98254"/>
                      <a:pt x="886" y="98871"/>
                    </a:cubicBezTo>
                    <a:lnTo>
                      <a:pt x="15967" y="110885"/>
                    </a:lnTo>
                    <a:cubicBezTo>
                      <a:pt x="9403" y="115987"/>
                      <a:pt x="6029" y="119670"/>
                      <a:pt x="6852" y="121253"/>
                    </a:cubicBezTo>
                    <a:cubicBezTo>
                      <a:pt x="7150" y="121805"/>
                      <a:pt x="7957" y="122070"/>
                      <a:pt x="9222" y="122070"/>
                    </a:cubicBezTo>
                    <a:cubicBezTo>
                      <a:pt x="11547" y="122070"/>
                      <a:pt x="15419" y="121177"/>
                      <a:pt x="20534" y="119525"/>
                    </a:cubicBezTo>
                    <a:lnTo>
                      <a:pt x="22056" y="138720"/>
                    </a:lnTo>
                    <a:cubicBezTo>
                      <a:pt x="22114" y="139657"/>
                      <a:pt x="22914" y="140372"/>
                      <a:pt x="23840" y="140372"/>
                    </a:cubicBezTo>
                    <a:cubicBezTo>
                      <a:pt x="23889" y="140372"/>
                      <a:pt x="23939" y="140370"/>
                      <a:pt x="23990" y="140366"/>
                    </a:cubicBezTo>
                    <a:lnTo>
                      <a:pt x="41866" y="111255"/>
                    </a:lnTo>
                    <a:cubicBezTo>
                      <a:pt x="57172" y="104672"/>
                      <a:pt x="76284" y="95477"/>
                      <a:pt x="96671" y="84635"/>
                    </a:cubicBezTo>
                    <a:lnTo>
                      <a:pt x="97041" y="84451"/>
                    </a:lnTo>
                    <a:lnTo>
                      <a:pt x="113397" y="168117"/>
                    </a:lnTo>
                    <a:cubicBezTo>
                      <a:pt x="114067" y="171506"/>
                      <a:pt x="115529" y="174140"/>
                      <a:pt x="116736" y="174140"/>
                    </a:cubicBezTo>
                    <a:cubicBezTo>
                      <a:pt x="116789" y="174140"/>
                      <a:pt x="116842" y="174134"/>
                      <a:pt x="116894" y="174124"/>
                    </a:cubicBezTo>
                    <a:lnTo>
                      <a:pt x="119651" y="123949"/>
                    </a:lnTo>
                    <a:cubicBezTo>
                      <a:pt x="120493" y="123538"/>
                      <a:pt x="121379" y="123085"/>
                      <a:pt x="122263" y="122633"/>
                    </a:cubicBezTo>
                    <a:cubicBezTo>
                      <a:pt x="129608" y="118724"/>
                      <a:pt x="135080" y="114629"/>
                      <a:pt x="134463" y="113477"/>
                    </a:cubicBezTo>
                    <a:cubicBezTo>
                      <a:pt x="134356" y="113272"/>
                      <a:pt x="134065" y="113175"/>
                      <a:pt x="133616" y="113175"/>
                    </a:cubicBezTo>
                    <a:cubicBezTo>
                      <a:pt x="131540" y="113175"/>
                      <a:pt x="126100" y="115259"/>
                      <a:pt x="120062" y="118456"/>
                    </a:cubicBezTo>
                    <a:cubicBezTo>
                      <a:pt x="120021" y="118477"/>
                      <a:pt x="119980" y="118497"/>
                      <a:pt x="119958" y="118518"/>
                    </a:cubicBezTo>
                    <a:lnTo>
                      <a:pt x="120493" y="108663"/>
                    </a:lnTo>
                    <a:cubicBezTo>
                      <a:pt x="121790" y="108046"/>
                      <a:pt x="123148" y="107388"/>
                      <a:pt x="124525" y="106647"/>
                    </a:cubicBezTo>
                    <a:cubicBezTo>
                      <a:pt x="131871" y="102738"/>
                      <a:pt x="137343" y="98645"/>
                      <a:pt x="136726" y="97493"/>
                    </a:cubicBezTo>
                    <a:cubicBezTo>
                      <a:pt x="136619" y="97288"/>
                      <a:pt x="136328" y="97191"/>
                      <a:pt x="135878" y="97191"/>
                    </a:cubicBezTo>
                    <a:cubicBezTo>
                      <a:pt x="133802" y="97191"/>
                      <a:pt x="128362" y="99275"/>
                      <a:pt x="122325" y="102472"/>
                    </a:cubicBezTo>
                    <a:cubicBezTo>
                      <a:pt x="121790" y="102760"/>
                      <a:pt x="121296" y="103026"/>
                      <a:pt x="120781" y="103314"/>
                    </a:cubicBezTo>
                    <a:lnTo>
                      <a:pt x="121193" y="96012"/>
                    </a:lnTo>
                    <a:cubicBezTo>
                      <a:pt x="122304" y="95456"/>
                      <a:pt x="123415" y="94880"/>
                      <a:pt x="124567" y="94284"/>
                    </a:cubicBezTo>
                    <a:cubicBezTo>
                      <a:pt x="135922" y="88256"/>
                      <a:pt x="144357" y="81919"/>
                      <a:pt x="143411" y="80150"/>
                    </a:cubicBezTo>
                    <a:cubicBezTo>
                      <a:pt x="143244" y="79835"/>
                      <a:pt x="142793" y="79685"/>
                      <a:pt x="142100" y="79685"/>
                    </a:cubicBezTo>
                    <a:cubicBezTo>
                      <a:pt x="138947" y="79685"/>
                      <a:pt x="130787" y="82791"/>
                      <a:pt x="121645" y="87597"/>
                    </a:cubicBezTo>
                    <a:lnTo>
                      <a:pt x="122592" y="70338"/>
                    </a:lnTo>
                    <a:cubicBezTo>
                      <a:pt x="156269" y="51020"/>
                      <a:pt x="179351" y="34583"/>
                      <a:pt x="177314" y="30736"/>
                    </a:cubicBezTo>
                    <a:cubicBezTo>
                      <a:pt x="177018" y="30181"/>
                      <a:pt x="176211" y="29913"/>
                      <a:pt x="174939" y="29913"/>
                    </a:cubicBezTo>
                    <a:cubicBezTo>
                      <a:pt x="167445" y="29913"/>
                      <a:pt x="143845" y="39208"/>
                      <a:pt x="114157" y="53735"/>
                    </a:cubicBezTo>
                    <a:lnTo>
                      <a:pt x="100148" y="45342"/>
                    </a:lnTo>
                    <a:cubicBezTo>
                      <a:pt x="110887" y="39521"/>
                      <a:pt x="118704" y="33575"/>
                      <a:pt x="117778" y="31868"/>
                    </a:cubicBezTo>
                    <a:cubicBezTo>
                      <a:pt x="117614" y="31554"/>
                      <a:pt x="117165" y="31405"/>
                      <a:pt x="116475" y="31405"/>
                    </a:cubicBezTo>
                    <a:cubicBezTo>
                      <a:pt x="113272" y="31405"/>
                      <a:pt x="104861" y="34623"/>
                      <a:pt x="95519" y="39582"/>
                    </a:cubicBezTo>
                    <a:cubicBezTo>
                      <a:pt x="94635" y="40056"/>
                      <a:pt x="93749" y="40528"/>
                      <a:pt x="92885" y="41002"/>
                    </a:cubicBezTo>
                    <a:lnTo>
                      <a:pt x="86653" y="37258"/>
                    </a:lnTo>
                    <a:cubicBezTo>
                      <a:pt x="86919" y="37134"/>
                      <a:pt x="87188" y="36990"/>
                      <a:pt x="87476" y="36846"/>
                    </a:cubicBezTo>
                    <a:cubicBezTo>
                      <a:pt x="94819" y="32938"/>
                      <a:pt x="100272" y="28843"/>
                      <a:pt x="99674" y="27691"/>
                    </a:cubicBezTo>
                    <a:cubicBezTo>
                      <a:pt x="99564" y="27486"/>
                      <a:pt x="99270" y="27389"/>
                      <a:pt x="98819" y="27389"/>
                    </a:cubicBezTo>
                    <a:cubicBezTo>
                      <a:pt x="96732" y="27389"/>
                      <a:pt x="91292" y="29473"/>
                      <a:pt x="85254" y="32669"/>
                    </a:cubicBezTo>
                    <a:cubicBezTo>
                      <a:pt x="84122" y="33287"/>
                      <a:pt x="83032" y="33884"/>
                      <a:pt x="82003" y="34480"/>
                    </a:cubicBezTo>
                    <a:lnTo>
                      <a:pt x="73569" y="29440"/>
                    </a:lnTo>
                    <a:cubicBezTo>
                      <a:pt x="80605" y="25634"/>
                      <a:pt x="85748" y="21725"/>
                      <a:pt x="85150" y="20614"/>
                    </a:cubicBezTo>
                    <a:cubicBezTo>
                      <a:pt x="85044" y="20409"/>
                      <a:pt x="84753" y="20312"/>
                      <a:pt x="84305" y="20312"/>
                    </a:cubicBezTo>
                    <a:cubicBezTo>
                      <a:pt x="82231" y="20312"/>
                      <a:pt x="76790" y="22400"/>
                      <a:pt x="70750" y="25614"/>
                    </a:cubicBezTo>
                    <a:cubicBezTo>
                      <a:pt x="70113" y="25943"/>
                      <a:pt x="69496" y="26292"/>
                      <a:pt x="68878" y="26621"/>
                    </a:cubicBezTo>
                    <a:lnTo>
                      <a:pt x="68878" y="26621"/>
                    </a:lnTo>
                    <a:lnTo>
                      <a:pt x="244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7" name="Google Shape;4547;p43"/>
              <p:cNvSpPr/>
              <p:nvPr/>
            </p:nvSpPr>
            <p:spPr>
              <a:xfrm>
                <a:off x="4286848" y="1607173"/>
                <a:ext cx="3675555" cy="3078221"/>
              </a:xfrm>
              <a:custGeom>
                <a:avLst/>
                <a:gdLst/>
                <a:ahLst/>
                <a:cxnLst/>
                <a:rect l="l" t="t" r="r" b="b"/>
                <a:pathLst>
                  <a:path w="170421" h="142725" extrusionOk="0">
                    <a:moveTo>
                      <a:pt x="170421" y="1"/>
                    </a:moveTo>
                    <a:lnTo>
                      <a:pt x="63" y="88914"/>
                    </a:lnTo>
                    <a:lnTo>
                      <a:pt x="63" y="88914"/>
                    </a:lnTo>
                    <a:cubicBezTo>
                      <a:pt x="0" y="89243"/>
                      <a:pt x="0" y="89531"/>
                      <a:pt x="124" y="89758"/>
                    </a:cubicBezTo>
                    <a:cubicBezTo>
                      <a:pt x="423" y="90320"/>
                      <a:pt x="1237" y="90589"/>
                      <a:pt x="2515" y="90589"/>
                    </a:cubicBezTo>
                    <a:cubicBezTo>
                      <a:pt x="4841" y="90589"/>
                      <a:pt x="8706" y="89697"/>
                      <a:pt x="13805" y="88050"/>
                    </a:cubicBezTo>
                    <a:lnTo>
                      <a:pt x="15306" y="107245"/>
                    </a:lnTo>
                    <a:cubicBezTo>
                      <a:pt x="15384" y="108182"/>
                      <a:pt x="16167" y="108897"/>
                      <a:pt x="17090" y="108897"/>
                    </a:cubicBezTo>
                    <a:cubicBezTo>
                      <a:pt x="17140" y="108897"/>
                      <a:pt x="17190" y="108895"/>
                      <a:pt x="17240" y="108891"/>
                    </a:cubicBezTo>
                    <a:lnTo>
                      <a:pt x="35097" y="79801"/>
                    </a:lnTo>
                    <a:cubicBezTo>
                      <a:pt x="50383" y="73238"/>
                      <a:pt x="69452" y="64043"/>
                      <a:pt x="89819" y="53222"/>
                    </a:cubicBezTo>
                    <a:lnTo>
                      <a:pt x="90189" y="53036"/>
                    </a:lnTo>
                    <a:lnTo>
                      <a:pt x="106565" y="136683"/>
                    </a:lnTo>
                    <a:cubicBezTo>
                      <a:pt x="107237" y="140103"/>
                      <a:pt x="108726" y="142724"/>
                      <a:pt x="109918" y="142724"/>
                    </a:cubicBezTo>
                    <a:cubicBezTo>
                      <a:pt x="109966" y="142724"/>
                      <a:pt x="110014" y="142720"/>
                      <a:pt x="110062" y="142711"/>
                    </a:cubicBezTo>
                    <a:lnTo>
                      <a:pt x="112799" y="92556"/>
                    </a:lnTo>
                    <a:cubicBezTo>
                      <a:pt x="113641" y="92123"/>
                      <a:pt x="114505" y="91692"/>
                      <a:pt x="115391" y="91218"/>
                    </a:cubicBezTo>
                    <a:cubicBezTo>
                      <a:pt x="122734" y="87331"/>
                      <a:pt x="128187" y="83236"/>
                      <a:pt x="127570" y="82084"/>
                    </a:cubicBezTo>
                    <a:cubicBezTo>
                      <a:pt x="127463" y="81878"/>
                      <a:pt x="127170" y="81780"/>
                      <a:pt x="126718" y="81780"/>
                    </a:cubicBezTo>
                    <a:cubicBezTo>
                      <a:pt x="124642" y="81780"/>
                      <a:pt x="119221" y="83852"/>
                      <a:pt x="113189" y="87063"/>
                    </a:cubicBezTo>
                    <a:cubicBezTo>
                      <a:pt x="113148" y="87084"/>
                      <a:pt x="113128" y="87104"/>
                      <a:pt x="113087" y="87104"/>
                    </a:cubicBezTo>
                    <a:lnTo>
                      <a:pt x="113622" y="77250"/>
                    </a:lnTo>
                    <a:cubicBezTo>
                      <a:pt x="114917" y="76653"/>
                      <a:pt x="116255" y="75975"/>
                      <a:pt x="117654" y="75234"/>
                    </a:cubicBezTo>
                    <a:cubicBezTo>
                      <a:pt x="124997" y="71345"/>
                      <a:pt x="130450" y="67252"/>
                      <a:pt x="129833" y="66100"/>
                    </a:cubicBezTo>
                    <a:cubicBezTo>
                      <a:pt x="129723" y="65895"/>
                      <a:pt x="129429" y="65798"/>
                      <a:pt x="128978" y="65798"/>
                    </a:cubicBezTo>
                    <a:cubicBezTo>
                      <a:pt x="126896" y="65798"/>
                      <a:pt x="121469" y="67882"/>
                      <a:pt x="115432" y="71079"/>
                    </a:cubicBezTo>
                    <a:cubicBezTo>
                      <a:pt x="114917" y="71367"/>
                      <a:pt x="114403" y="71633"/>
                      <a:pt x="113910" y="71921"/>
                    </a:cubicBezTo>
                    <a:lnTo>
                      <a:pt x="114300" y="64619"/>
                    </a:lnTo>
                    <a:cubicBezTo>
                      <a:pt x="115411" y="64063"/>
                      <a:pt x="116543" y="63487"/>
                      <a:pt x="117674" y="62870"/>
                    </a:cubicBezTo>
                    <a:cubicBezTo>
                      <a:pt x="129010" y="56863"/>
                      <a:pt x="137444" y="50548"/>
                      <a:pt x="136498" y="48757"/>
                    </a:cubicBezTo>
                    <a:cubicBezTo>
                      <a:pt x="136331" y="48442"/>
                      <a:pt x="135880" y="48292"/>
                      <a:pt x="135187" y="48292"/>
                    </a:cubicBezTo>
                    <a:cubicBezTo>
                      <a:pt x="132034" y="48292"/>
                      <a:pt x="123877" y="51398"/>
                      <a:pt x="114752" y="56204"/>
                    </a:cubicBezTo>
                    <a:lnTo>
                      <a:pt x="114752" y="56204"/>
                    </a:lnTo>
                    <a:lnTo>
                      <a:pt x="115699" y="38965"/>
                    </a:lnTo>
                    <a:cubicBezTo>
                      <a:pt x="147791" y="20532"/>
                      <a:pt x="170236" y="4754"/>
                      <a:pt x="170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8" name="Google Shape;4548;p43"/>
              <p:cNvSpPr/>
              <p:nvPr/>
            </p:nvSpPr>
            <p:spPr>
              <a:xfrm>
                <a:off x="7647367" y="1641789"/>
                <a:ext cx="157982" cy="16863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7819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3498" y="3128"/>
                      <a:pt x="3684" y="7818"/>
                      <a:pt x="3684" y="7818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9" name="Google Shape;4549;p43"/>
              <p:cNvSpPr/>
              <p:nvPr/>
            </p:nvSpPr>
            <p:spPr>
              <a:xfrm>
                <a:off x="7647367" y="1641789"/>
                <a:ext cx="157982" cy="113186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5248" extrusionOk="0">
                    <a:moveTo>
                      <a:pt x="3498" y="1"/>
                    </a:moveTo>
                    <a:lnTo>
                      <a:pt x="1" y="1421"/>
                    </a:lnTo>
                    <a:cubicBezTo>
                      <a:pt x="195" y="1419"/>
                      <a:pt x="390" y="1418"/>
                      <a:pt x="585" y="1418"/>
                    </a:cubicBezTo>
                    <a:cubicBezTo>
                      <a:pt x="2807" y="1418"/>
                      <a:pt x="5034" y="1605"/>
                      <a:pt x="6358" y="3704"/>
                    </a:cubicBezTo>
                    <a:cubicBezTo>
                      <a:pt x="6666" y="4197"/>
                      <a:pt x="6872" y="4712"/>
                      <a:pt x="6995" y="5247"/>
                    </a:cubicBezTo>
                    <a:lnTo>
                      <a:pt x="7016" y="5226"/>
                    </a:lnTo>
                    <a:cubicBezTo>
                      <a:pt x="7324" y="680"/>
                      <a:pt x="3498" y="1"/>
                      <a:pt x="3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0" name="Google Shape;4550;p43"/>
              <p:cNvSpPr/>
              <p:nvPr/>
            </p:nvSpPr>
            <p:spPr>
              <a:xfrm>
                <a:off x="5940040" y="2183564"/>
                <a:ext cx="524047" cy="193008"/>
              </a:xfrm>
              <a:custGeom>
                <a:avLst/>
                <a:gdLst/>
                <a:ahLst/>
                <a:cxnLst/>
                <a:rect l="l" t="t" r="r" b="b"/>
                <a:pathLst>
                  <a:path w="24298" h="8949" extrusionOk="0">
                    <a:moveTo>
                      <a:pt x="1" y="4485"/>
                    </a:moveTo>
                    <a:cubicBezTo>
                      <a:pt x="3" y="4488"/>
                      <a:pt x="6" y="4491"/>
                      <a:pt x="9" y="4493"/>
                    </a:cubicBezTo>
                    <a:lnTo>
                      <a:pt x="9" y="4493"/>
                    </a:lnTo>
                    <a:lnTo>
                      <a:pt x="1" y="4485"/>
                    </a:lnTo>
                    <a:close/>
                    <a:moveTo>
                      <a:pt x="24297" y="0"/>
                    </a:moveTo>
                    <a:cubicBezTo>
                      <a:pt x="24296" y="1"/>
                      <a:pt x="10841" y="5515"/>
                      <a:pt x="3703" y="5515"/>
                    </a:cubicBezTo>
                    <a:cubicBezTo>
                      <a:pt x="2052" y="5515"/>
                      <a:pt x="740" y="5220"/>
                      <a:pt x="9" y="4493"/>
                    </a:cubicBezTo>
                    <a:lnTo>
                      <a:pt x="9" y="4493"/>
                    </a:lnTo>
                    <a:lnTo>
                      <a:pt x="4466" y="8948"/>
                    </a:lnTo>
                    <a:lnTo>
                      <a:pt x="242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1" name="Google Shape;4551;p43"/>
              <p:cNvSpPr/>
              <p:nvPr/>
            </p:nvSpPr>
            <p:spPr>
              <a:xfrm>
                <a:off x="6223998" y="2751480"/>
                <a:ext cx="35975" cy="145559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6749" extrusionOk="0">
                    <a:moveTo>
                      <a:pt x="330" y="1"/>
                    </a:moveTo>
                    <a:cubicBezTo>
                      <a:pt x="228" y="61"/>
                      <a:pt x="104" y="103"/>
                      <a:pt x="1" y="165"/>
                    </a:cubicBezTo>
                    <a:lnTo>
                      <a:pt x="1668" y="6748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2" name="Google Shape;4552;p43"/>
              <p:cNvSpPr/>
              <p:nvPr/>
            </p:nvSpPr>
            <p:spPr>
              <a:xfrm>
                <a:off x="6231094" y="2751027"/>
                <a:ext cx="32438" cy="161088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7469" extrusionOk="0">
                    <a:moveTo>
                      <a:pt x="42" y="0"/>
                    </a:moveTo>
                    <a:cubicBezTo>
                      <a:pt x="22" y="0"/>
                      <a:pt x="22" y="0"/>
                      <a:pt x="1" y="22"/>
                    </a:cubicBezTo>
                    <a:lnTo>
                      <a:pt x="1339" y="6769"/>
                    </a:lnTo>
                    <a:lnTo>
                      <a:pt x="1504" y="746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3" name="Google Shape;4553;p43"/>
              <p:cNvSpPr/>
              <p:nvPr/>
            </p:nvSpPr>
            <p:spPr>
              <a:xfrm>
                <a:off x="6223998" y="2502116"/>
                <a:ext cx="436612" cy="409998"/>
              </a:xfrm>
              <a:custGeom>
                <a:avLst/>
                <a:gdLst/>
                <a:ahLst/>
                <a:cxnLst/>
                <a:rect l="l" t="t" r="r" b="b"/>
                <a:pathLst>
                  <a:path w="20244" h="19010" extrusionOk="0">
                    <a:moveTo>
                      <a:pt x="26" y="11713"/>
                    </a:moveTo>
                    <a:lnTo>
                      <a:pt x="26" y="11713"/>
                    </a:lnTo>
                    <a:cubicBezTo>
                      <a:pt x="17" y="11717"/>
                      <a:pt x="9" y="11722"/>
                      <a:pt x="1" y="11727"/>
                    </a:cubicBezTo>
                    <a:lnTo>
                      <a:pt x="26" y="11713"/>
                    </a:lnTo>
                    <a:close/>
                    <a:moveTo>
                      <a:pt x="20244" y="1"/>
                    </a:moveTo>
                    <a:lnTo>
                      <a:pt x="26" y="11713"/>
                    </a:lnTo>
                    <a:lnTo>
                      <a:pt x="26" y="11713"/>
                    </a:lnTo>
                    <a:cubicBezTo>
                      <a:pt x="124" y="11658"/>
                      <a:pt x="236" y="11619"/>
                      <a:pt x="330" y="11563"/>
                    </a:cubicBezTo>
                    <a:cubicBezTo>
                      <a:pt x="351" y="11541"/>
                      <a:pt x="351" y="11541"/>
                      <a:pt x="371" y="11541"/>
                    </a:cubicBezTo>
                    <a:lnTo>
                      <a:pt x="1833" y="19010"/>
                    </a:lnTo>
                    <a:cubicBezTo>
                      <a:pt x="3355" y="11151"/>
                      <a:pt x="20242" y="2"/>
                      <a:pt x="20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4" name="Google Shape;4554;p43"/>
              <p:cNvSpPr/>
              <p:nvPr/>
            </p:nvSpPr>
            <p:spPr>
              <a:xfrm>
                <a:off x="5976878" y="1907997"/>
                <a:ext cx="347884" cy="119743"/>
              </a:xfrm>
              <a:custGeom>
                <a:avLst/>
                <a:gdLst/>
                <a:ahLst/>
                <a:cxnLst/>
                <a:rect l="l" t="t" r="r" b="b"/>
                <a:pathLst>
                  <a:path w="16130" h="5552" extrusionOk="0">
                    <a:moveTo>
                      <a:pt x="14895" y="1"/>
                    </a:moveTo>
                    <a:cubicBezTo>
                      <a:pt x="14895" y="1"/>
                      <a:pt x="7966" y="4736"/>
                      <a:pt x="3060" y="4736"/>
                    </a:cubicBezTo>
                    <a:cubicBezTo>
                      <a:pt x="1883" y="4736"/>
                      <a:pt x="821" y="4463"/>
                      <a:pt x="1" y="3786"/>
                    </a:cubicBezTo>
                    <a:lnTo>
                      <a:pt x="1" y="3786"/>
                    </a:lnTo>
                    <a:cubicBezTo>
                      <a:pt x="1" y="3786"/>
                      <a:pt x="739" y="5551"/>
                      <a:pt x="3856" y="5551"/>
                    </a:cubicBezTo>
                    <a:cubicBezTo>
                      <a:pt x="6268" y="5551"/>
                      <a:pt x="10106" y="4494"/>
                      <a:pt x="16130" y="742"/>
                    </a:cubicBezTo>
                    <a:lnTo>
                      <a:pt x="148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5" name="Google Shape;4555;p43"/>
              <p:cNvSpPr/>
              <p:nvPr/>
            </p:nvSpPr>
            <p:spPr>
              <a:xfrm>
                <a:off x="4550856" y="3032785"/>
                <a:ext cx="336777" cy="231635"/>
              </a:xfrm>
              <a:custGeom>
                <a:avLst/>
                <a:gdLst/>
                <a:ahLst/>
                <a:cxnLst/>
                <a:rect l="l" t="t" r="r" b="b"/>
                <a:pathLst>
                  <a:path w="15615" h="10740" extrusionOk="0">
                    <a:moveTo>
                      <a:pt x="7797" y="0"/>
                    </a:moveTo>
                    <a:lnTo>
                      <a:pt x="7797" y="0"/>
                    </a:lnTo>
                    <a:cubicBezTo>
                      <a:pt x="11357" y="2406"/>
                      <a:pt x="1" y="10739"/>
                      <a:pt x="1" y="10739"/>
                    </a:cubicBezTo>
                    <a:lnTo>
                      <a:pt x="15614" y="349"/>
                    </a:lnTo>
                    <a:lnTo>
                      <a:pt x="7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6" name="Google Shape;4556;p43"/>
              <p:cNvSpPr/>
              <p:nvPr/>
            </p:nvSpPr>
            <p:spPr>
              <a:xfrm>
                <a:off x="4630268" y="3328281"/>
                <a:ext cx="413535" cy="157982"/>
              </a:xfrm>
              <a:custGeom>
                <a:avLst/>
                <a:gdLst/>
                <a:ahLst/>
                <a:cxnLst/>
                <a:rect l="l" t="t" r="r" b="b"/>
                <a:pathLst>
                  <a:path w="19174" h="7325" extrusionOk="0">
                    <a:moveTo>
                      <a:pt x="19174" y="0"/>
                    </a:moveTo>
                    <a:lnTo>
                      <a:pt x="0" y="7324"/>
                    </a:lnTo>
                    <a:cubicBezTo>
                      <a:pt x="4260" y="6008"/>
                      <a:pt x="7304" y="5555"/>
                      <a:pt x="9485" y="5555"/>
                    </a:cubicBezTo>
                    <a:cubicBezTo>
                      <a:pt x="13825" y="5555"/>
                      <a:pt x="14689" y="7324"/>
                      <a:pt x="14689" y="7324"/>
                    </a:cubicBezTo>
                    <a:lnTo>
                      <a:pt x="19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7" name="Google Shape;4557;p43"/>
              <p:cNvSpPr/>
              <p:nvPr/>
            </p:nvSpPr>
            <p:spPr>
              <a:xfrm>
                <a:off x="5741727" y="1733645"/>
                <a:ext cx="300845" cy="110210"/>
              </a:xfrm>
              <a:custGeom>
                <a:avLst/>
                <a:gdLst/>
                <a:ahLst/>
                <a:cxnLst/>
                <a:rect l="l" t="t" r="r" b="b"/>
                <a:pathLst>
                  <a:path w="13949" h="5110" extrusionOk="0">
                    <a:moveTo>
                      <a:pt x="12303" y="1"/>
                    </a:moveTo>
                    <a:cubicBezTo>
                      <a:pt x="12303" y="1"/>
                      <a:pt x="5931" y="4197"/>
                      <a:pt x="2044" y="4197"/>
                    </a:cubicBezTo>
                    <a:cubicBezTo>
                      <a:pt x="1225" y="4197"/>
                      <a:pt x="516" y="4010"/>
                      <a:pt x="1" y="3559"/>
                    </a:cubicBezTo>
                    <a:lnTo>
                      <a:pt x="1" y="3559"/>
                    </a:lnTo>
                    <a:cubicBezTo>
                      <a:pt x="1" y="3559"/>
                      <a:pt x="291" y="5110"/>
                      <a:pt x="2911" y="5110"/>
                    </a:cubicBezTo>
                    <a:cubicBezTo>
                      <a:pt x="4918" y="5110"/>
                      <a:pt x="8292" y="4200"/>
                      <a:pt x="13949" y="988"/>
                    </a:cubicBezTo>
                    <a:lnTo>
                      <a:pt x="1230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8" name="Google Shape;4558;p43"/>
              <p:cNvSpPr/>
              <p:nvPr/>
            </p:nvSpPr>
            <p:spPr>
              <a:xfrm>
                <a:off x="5495038" y="1565052"/>
                <a:ext cx="246711" cy="82151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3809" extrusionOk="0">
                    <a:moveTo>
                      <a:pt x="10657" y="0"/>
                    </a:moveTo>
                    <a:cubicBezTo>
                      <a:pt x="10657" y="0"/>
                      <a:pt x="6835" y="3289"/>
                      <a:pt x="3293" y="3289"/>
                    </a:cubicBezTo>
                    <a:cubicBezTo>
                      <a:pt x="2114" y="3289"/>
                      <a:pt x="966" y="2925"/>
                      <a:pt x="0" y="1954"/>
                    </a:cubicBezTo>
                    <a:lnTo>
                      <a:pt x="0" y="1954"/>
                    </a:lnTo>
                    <a:cubicBezTo>
                      <a:pt x="1" y="1954"/>
                      <a:pt x="1007" y="3808"/>
                      <a:pt x="3740" y="3808"/>
                    </a:cubicBezTo>
                    <a:cubicBezTo>
                      <a:pt x="5513" y="3808"/>
                      <a:pt x="8014" y="3027"/>
                      <a:pt x="11439" y="453"/>
                    </a:cubicBezTo>
                    <a:lnTo>
                      <a:pt x="106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9" name="Google Shape;4559;p43"/>
              <p:cNvSpPr/>
              <p:nvPr/>
            </p:nvSpPr>
            <p:spPr>
              <a:xfrm>
                <a:off x="6415259" y="3000843"/>
                <a:ext cx="336755" cy="98930"/>
              </a:xfrm>
              <a:custGeom>
                <a:avLst/>
                <a:gdLst/>
                <a:ahLst/>
                <a:cxnLst/>
                <a:rect l="l" t="t" r="r" b="b"/>
                <a:pathLst>
                  <a:path w="15614" h="4587" extrusionOk="0">
                    <a:moveTo>
                      <a:pt x="0" y="2798"/>
                    </a:moveTo>
                    <a:cubicBezTo>
                      <a:pt x="596" y="3517"/>
                      <a:pt x="1440" y="3929"/>
                      <a:pt x="2448" y="4073"/>
                    </a:cubicBezTo>
                    <a:cubicBezTo>
                      <a:pt x="823" y="3558"/>
                      <a:pt x="0" y="2798"/>
                      <a:pt x="0" y="2798"/>
                    </a:cubicBezTo>
                    <a:close/>
                    <a:moveTo>
                      <a:pt x="15614" y="0"/>
                    </a:moveTo>
                    <a:cubicBezTo>
                      <a:pt x="15613" y="0"/>
                      <a:pt x="8454" y="4156"/>
                      <a:pt x="3558" y="4156"/>
                    </a:cubicBezTo>
                    <a:cubicBezTo>
                      <a:pt x="3168" y="4156"/>
                      <a:pt x="2798" y="4134"/>
                      <a:pt x="2448" y="4073"/>
                    </a:cubicBezTo>
                    <a:lnTo>
                      <a:pt x="2448" y="4073"/>
                    </a:lnTo>
                    <a:cubicBezTo>
                      <a:pt x="3333" y="4361"/>
                      <a:pt x="4444" y="4587"/>
                      <a:pt x="5802" y="4587"/>
                    </a:cubicBezTo>
                    <a:cubicBezTo>
                      <a:pt x="8270" y="4587"/>
                      <a:pt x="11499" y="3868"/>
                      <a:pt x="15531" y="1481"/>
                    </a:cubicBezTo>
                    <a:lnTo>
                      <a:pt x="156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0" name="Google Shape;4560;p43"/>
              <p:cNvSpPr/>
              <p:nvPr/>
            </p:nvSpPr>
            <p:spPr>
              <a:xfrm>
                <a:off x="6761762" y="2786096"/>
                <a:ext cx="1790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43" extrusionOk="0">
                    <a:moveTo>
                      <a:pt x="83" y="0"/>
                    </a:moveTo>
                    <a:lnTo>
                      <a:pt x="83" y="0"/>
                    </a:lnTo>
                    <a:lnTo>
                      <a:pt x="0" y="1542"/>
                    </a:lnTo>
                    <a:lnTo>
                      <a:pt x="0" y="1542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1" name="Google Shape;4561;p43"/>
              <p:cNvSpPr/>
              <p:nvPr/>
            </p:nvSpPr>
            <p:spPr>
              <a:xfrm>
                <a:off x="6486669" y="2786096"/>
                <a:ext cx="276884" cy="147737"/>
              </a:xfrm>
              <a:custGeom>
                <a:avLst/>
                <a:gdLst/>
                <a:ahLst/>
                <a:cxnLst/>
                <a:rect l="l" t="t" r="r" b="b"/>
                <a:pathLst>
                  <a:path w="12838" h="6850" extrusionOk="0">
                    <a:moveTo>
                      <a:pt x="12838" y="0"/>
                    </a:moveTo>
                    <a:lnTo>
                      <a:pt x="1" y="6850"/>
                    </a:lnTo>
                    <a:cubicBezTo>
                      <a:pt x="3149" y="5739"/>
                      <a:pt x="12755" y="1542"/>
                      <a:pt x="12755" y="1542"/>
                    </a:cubicBezTo>
                    <a:lnTo>
                      <a:pt x="128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2" name="Google Shape;4562;p43"/>
              <p:cNvSpPr/>
              <p:nvPr/>
            </p:nvSpPr>
            <p:spPr>
              <a:xfrm>
                <a:off x="6735601" y="3273694"/>
                <a:ext cx="1790" cy="32847"/>
              </a:xfrm>
              <a:custGeom>
                <a:avLst/>
                <a:gdLst/>
                <a:ahLst/>
                <a:cxnLst/>
                <a:rect l="l" t="t" r="r" b="b"/>
                <a:pathLst>
                  <a:path w="83" h="1523" extrusionOk="0">
                    <a:moveTo>
                      <a:pt x="83" y="0"/>
                    </a:moveTo>
                    <a:lnTo>
                      <a:pt x="0" y="1523"/>
                    </a:lnTo>
                    <a:cubicBezTo>
                      <a:pt x="20" y="1503"/>
                      <a:pt x="42" y="1503"/>
                      <a:pt x="83" y="1481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3" name="Google Shape;4563;p43"/>
              <p:cNvSpPr/>
              <p:nvPr/>
            </p:nvSpPr>
            <p:spPr>
              <a:xfrm>
                <a:off x="6737369" y="3273262"/>
                <a:ext cx="22" cy="453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4" name="Google Shape;4564;p43"/>
              <p:cNvSpPr/>
              <p:nvPr/>
            </p:nvSpPr>
            <p:spPr>
              <a:xfrm>
                <a:off x="6463613" y="3273262"/>
                <a:ext cx="273778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12694" h="3704" extrusionOk="0">
                    <a:moveTo>
                      <a:pt x="12694" y="0"/>
                    </a:moveTo>
                    <a:cubicBezTo>
                      <a:pt x="12694" y="0"/>
                      <a:pt x="6912" y="3004"/>
                      <a:pt x="3066" y="3004"/>
                    </a:cubicBezTo>
                    <a:cubicBezTo>
                      <a:pt x="1708" y="3004"/>
                      <a:pt x="576" y="2634"/>
                      <a:pt x="21" y="1625"/>
                    </a:cubicBezTo>
                    <a:lnTo>
                      <a:pt x="21" y="1625"/>
                    </a:lnTo>
                    <a:cubicBezTo>
                      <a:pt x="21" y="1625"/>
                      <a:pt x="0" y="3703"/>
                      <a:pt x="3662" y="3703"/>
                    </a:cubicBezTo>
                    <a:cubicBezTo>
                      <a:pt x="5513" y="3703"/>
                      <a:pt x="8332" y="3169"/>
                      <a:pt x="12611" y="1543"/>
                    </a:cubicBezTo>
                    <a:lnTo>
                      <a:pt x="12694" y="20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5" name="Google Shape;4565;p43"/>
              <p:cNvSpPr/>
              <p:nvPr/>
            </p:nvSpPr>
            <p:spPr>
              <a:xfrm>
                <a:off x="6510630" y="3603375"/>
                <a:ext cx="209011" cy="79886"/>
              </a:xfrm>
              <a:custGeom>
                <a:avLst/>
                <a:gdLst/>
                <a:ahLst/>
                <a:cxnLst/>
                <a:rect l="l" t="t" r="r" b="b"/>
                <a:pathLst>
                  <a:path w="9691" h="3704" extrusionOk="0">
                    <a:moveTo>
                      <a:pt x="9691" y="0"/>
                    </a:moveTo>
                    <a:lnTo>
                      <a:pt x="9691" y="0"/>
                    </a:lnTo>
                    <a:cubicBezTo>
                      <a:pt x="9691" y="0"/>
                      <a:pt x="5124" y="3292"/>
                      <a:pt x="1709" y="3292"/>
                    </a:cubicBezTo>
                    <a:cubicBezTo>
                      <a:pt x="1092" y="3292"/>
                      <a:pt x="516" y="3188"/>
                      <a:pt x="0" y="2941"/>
                    </a:cubicBezTo>
                    <a:lnTo>
                      <a:pt x="0" y="2941"/>
                    </a:lnTo>
                    <a:cubicBezTo>
                      <a:pt x="1" y="2941"/>
                      <a:pt x="1029" y="3703"/>
                      <a:pt x="3086" y="3703"/>
                    </a:cubicBezTo>
                    <a:cubicBezTo>
                      <a:pt x="4650" y="3703"/>
                      <a:pt x="6811" y="3251"/>
                      <a:pt x="9567" y="1646"/>
                    </a:cubicBezTo>
                    <a:lnTo>
                      <a:pt x="96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6" name="Google Shape;4566;p43"/>
              <p:cNvSpPr/>
              <p:nvPr/>
            </p:nvSpPr>
            <p:spPr>
              <a:xfrm>
                <a:off x="4908898" y="1244710"/>
                <a:ext cx="1177154" cy="969459"/>
              </a:xfrm>
              <a:custGeom>
                <a:avLst/>
                <a:gdLst/>
                <a:ahLst/>
                <a:cxnLst/>
                <a:rect l="l" t="t" r="r" b="b"/>
                <a:pathLst>
                  <a:path w="54580" h="44950" extrusionOk="0">
                    <a:moveTo>
                      <a:pt x="187" y="0"/>
                    </a:moveTo>
                    <a:cubicBezTo>
                      <a:pt x="83" y="0"/>
                      <a:pt x="1" y="83"/>
                      <a:pt x="1" y="185"/>
                    </a:cubicBezTo>
                    <a:cubicBezTo>
                      <a:pt x="1" y="288"/>
                      <a:pt x="83" y="371"/>
                      <a:pt x="187" y="371"/>
                    </a:cubicBezTo>
                    <a:lnTo>
                      <a:pt x="3333" y="371"/>
                    </a:lnTo>
                    <a:lnTo>
                      <a:pt x="54270" y="44889"/>
                    </a:lnTo>
                    <a:cubicBezTo>
                      <a:pt x="54292" y="44930"/>
                      <a:pt x="54333" y="44950"/>
                      <a:pt x="54374" y="44950"/>
                    </a:cubicBezTo>
                    <a:cubicBezTo>
                      <a:pt x="54435" y="44950"/>
                      <a:pt x="54476" y="44930"/>
                      <a:pt x="54517" y="44889"/>
                    </a:cubicBezTo>
                    <a:cubicBezTo>
                      <a:pt x="54580" y="44807"/>
                      <a:pt x="54580" y="44683"/>
                      <a:pt x="54497" y="44621"/>
                    </a:cubicBezTo>
                    <a:lnTo>
                      <a:pt x="3519" y="41"/>
                    </a:lnTo>
                    <a:cubicBezTo>
                      <a:pt x="3498" y="20"/>
                      <a:pt x="3457" y="0"/>
                      <a:pt x="3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7" name="Google Shape;4567;p43"/>
              <p:cNvSpPr/>
              <p:nvPr/>
            </p:nvSpPr>
            <p:spPr>
              <a:xfrm>
                <a:off x="5215933" y="1521658"/>
                <a:ext cx="87456" cy="39857"/>
              </a:xfrm>
              <a:custGeom>
                <a:avLst/>
                <a:gdLst/>
                <a:ahLst/>
                <a:cxnLst/>
                <a:rect l="l" t="t" r="r" b="b"/>
                <a:pathLst>
                  <a:path w="4055" h="1848" extrusionOk="0">
                    <a:moveTo>
                      <a:pt x="3856" y="0"/>
                    </a:moveTo>
                    <a:cubicBezTo>
                      <a:pt x="3831" y="0"/>
                      <a:pt x="3807" y="5"/>
                      <a:pt x="3786" y="16"/>
                    </a:cubicBezTo>
                    <a:lnTo>
                      <a:pt x="145" y="1497"/>
                    </a:lnTo>
                    <a:cubicBezTo>
                      <a:pt x="63" y="1519"/>
                      <a:pt x="1" y="1642"/>
                      <a:pt x="42" y="1724"/>
                    </a:cubicBezTo>
                    <a:cubicBezTo>
                      <a:pt x="83" y="1807"/>
                      <a:pt x="145" y="1848"/>
                      <a:pt x="228" y="1848"/>
                    </a:cubicBezTo>
                    <a:cubicBezTo>
                      <a:pt x="248" y="1848"/>
                      <a:pt x="269" y="1848"/>
                      <a:pt x="289" y="1826"/>
                    </a:cubicBezTo>
                    <a:lnTo>
                      <a:pt x="3931" y="345"/>
                    </a:lnTo>
                    <a:cubicBezTo>
                      <a:pt x="4013" y="326"/>
                      <a:pt x="4054" y="202"/>
                      <a:pt x="4033" y="120"/>
                    </a:cubicBezTo>
                    <a:cubicBezTo>
                      <a:pt x="4002" y="43"/>
                      <a:pt x="3926" y="0"/>
                      <a:pt x="38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8" name="Google Shape;4568;p43"/>
              <p:cNvSpPr/>
              <p:nvPr/>
            </p:nvSpPr>
            <p:spPr>
              <a:xfrm>
                <a:off x="5533191" y="1806500"/>
                <a:ext cx="8965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157" h="1910" extrusionOk="0">
                    <a:moveTo>
                      <a:pt x="3957" y="0"/>
                    </a:moveTo>
                    <a:cubicBezTo>
                      <a:pt x="3934" y="0"/>
                      <a:pt x="3910" y="5"/>
                      <a:pt x="3888" y="16"/>
                    </a:cubicBezTo>
                    <a:lnTo>
                      <a:pt x="144" y="1560"/>
                    </a:lnTo>
                    <a:cubicBezTo>
                      <a:pt x="42" y="1601"/>
                      <a:pt x="1" y="1703"/>
                      <a:pt x="42" y="1807"/>
                    </a:cubicBezTo>
                    <a:cubicBezTo>
                      <a:pt x="62" y="1868"/>
                      <a:pt x="144" y="1909"/>
                      <a:pt x="206" y="1909"/>
                    </a:cubicBezTo>
                    <a:lnTo>
                      <a:pt x="289" y="1909"/>
                    </a:lnTo>
                    <a:lnTo>
                      <a:pt x="4011" y="346"/>
                    </a:lnTo>
                    <a:cubicBezTo>
                      <a:pt x="4115" y="304"/>
                      <a:pt x="4156" y="202"/>
                      <a:pt x="4115" y="99"/>
                    </a:cubicBezTo>
                    <a:cubicBezTo>
                      <a:pt x="4085" y="39"/>
                      <a:pt x="4021" y="0"/>
                      <a:pt x="39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9" name="Google Shape;4569;p43"/>
              <p:cNvSpPr/>
              <p:nvPr/>
            </p:nvSpPr>
            <p:spPr>
              <a:xfrm>
                <a:off x="5887696" y="2114419"/>
                <a:ext cx="93646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4342" h="1910" extrusionOk="0">
                    <a:moveTo>
                      <a:pt x="4143" y="1"/>
                    </a:moveTo>
                    <a:cubicBezTo>
                      <a:pt x="4119" y="1"/>
                      <a:pt x="4095" y="6"/>
                      <a:pt x="4073" y="17"/>
                    </a:cubicBezTo>
                    <a:lnTo>
                      <a:pt x="145" y="1560"/>
                    </a:lnTo>
                    <a:cubicBezTo>
                      <a:pt x="41" y="1580"/>
                      <a:pt x="0" y="1704"/>
                      <a:pt x="41" y="1786"/>
                    </a:cubicBezTo>
                    <a:cubicBezTo>
                      <a:pt x="63" y="1868"/>
                      <a:pt x="123" y="1909"/>
                      <a:pt x="206" y="1909"/>
                    </a:cubicBezTo>
                    <a:cubicBezTo>
                      <a:pt x="227" y="1909"/>
                      <a:pt x="247" y="1909"/>
                      <a:pt x="268" y="1889"/>
                    </a:cubicBezTo>
                    <a:lnTo>
                      <a:pt x="4197" y="346"/>
                    </a:lnTo>
                    <a:cubicBezTo>
                      <a:pt x="4300" y="305"/>
                      <a:pt x="4342" y="203"/>
                      <a:pt x="4300" y="120"/>
                    </a:cubicBezTo>
                    <a:cubicBezTo>
                      <a:pt x="4285" y="43"/>
                      <a:pt x="4213" y="1"/>
                      <a:pt x="4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0" name="Google Shape;4570;p43"/>
              <p:cNvSpPr/>
              <p:nvPr/>
            </p:nvSpPr>
            <p:spPr>
              <a:xfrm>
                <a:off x="6347343" y="2848641"/>
                <a:ext cx="278242" cy="1503233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69699" extrusionOk="0">
                    <a:moveTo>
                      <a:pt x="165" y="0"/>
                    </a:moveTo>
                    <a:cubicBezTo>
                      <a:pt x="63" y="21"/>
                      <a:pt x="1" y="123"/>
                      <a:pt x="22" y="227"/>
                    </a:cubicBezTo>
                    <a:lnTo>
                      <a:pt x="1194" y="6460"/>
                    </a:lnTo>
                    <a:lnTo>
                      <a:pt x="1276" y="6399"/>
                    </a:lnTo>
                    <a:cubicBezTo>
                      <a:pt x="1317" y="6358"/>
                      <a:pt x="1359" y="6358"/>
                      <a:pt x="1400" y="6358"/>
                    </a:cubicBezTo>
                    <a:cubicBezTo>
                      <a:pt x="1441" y="6358"/>
                      <a:pt x="1503" y="6377"/>
                      <a:pt x="1545" y="6419"/>
                    </a:cubicBezTo>
                    <a:cubicBezTo>
                      <a:pt x="1606" y="6501"/>
                      <a:pt x="1586" y="6624"/>
                      <a:pt x="1503" y="6687"/>
                    </a:cubicBezTo>
                    <a:lnTo>
                      <a:pt x="1276" y="6871"/>
                    </a:lnTo>
                    <a:lnTo>
                      <a:pt x="5226" y="27917"/>
                    </a:lnTo>
                    <a:lnTo>
                      <a:pt x="5248" y="27917"/>
                    </a:lnTo>
                    <a:cubicBezTo>
                      <a:pt x="5309" y="27917"/>
                      <a:pt x="5371" y="27937"/>
                      <a:pt x="5391" y="28000"/>
                    </a:cubicBezTo>
                    <a:cubicBezTo>
                      <a:pt x="5453" y="28082"/>
                      <a:pt x="5453" y="28184"/>
                      <a:pt x="5371" y="28247"/>
                    </a:cubicBezTo>
                    <a:lnTo>
                      <a:pt x="5289" y="28307"/>
                    </a:lnTo>
                    <a:lnTo>
                      <a:pt x="8909" y="47481"/>
                    </a:lnTo>
                    <a:lnTo>
                      <a:pt x="8992" y="47420"/>
                    </a:lnTo>
                    <a:cubicBezTo>
                      <a:pt x="9033" y="47398"/>
                      <a:pt x="9074" y="47379"/>
                      <a:pt x="9094" y="47379"/>
                    </a:cubicBezTo>
                    <a:cubicBezTo>
                      <a:pt x="9156" y="47379"/>
                      <a:pt x="9217" y="47398"/>
                      <a:pt x="9258" y="47461"/>
                    </a:cubicBezTo>
                    <a:cubicBezTo>
                      <a:pt x="9265" y="47470"/>
                      <a:pt x="9270" y="47478"/>
                      <a:pt x="9275" y="47487"/>
                    </a:cubicBezTo>
                    <a:lnTo>
                      <a:pt x="9275" y="47487"/>
                    </a:lnTo>
                    <a:lnTo>
                      <a:pt x="393" y="145"/>
                    </a:lnTo>
                    <a:cubicBezTo>
                      <a:pt x="371" y="63"/>
                      <a:pt x="289" y="0"/>
                      <a:pt x="207" y="0"/>
                    </a:cubicBezTo>
                    <a:close/>
                    <a:moveTo>
                      <a:pt x="9275" y="47487"/>
                    </a:moveTo>
                    <a:lnTo>
                      <a:pt x="9293" y="47584"/>
                    </a:lnTo>
                    <a:lnTo>
                      <a:pt x="9293" y="47584"/>
                    </a:lnTo>
                    <a:cubicBezTo>
                      <a:pt x="9297" y="47552"/>
                      <a:pt x="9292" y="47519"/>
                      <a:pt x="9275" y="47487"/>
                    </a:cubicBezTo>
                    <a:close/>
                    <a:moveTo>
                      <a:pt x="9293" y="47584"/>
                    </a:moveTo>
                    <a:lnTo>
                      <a:pt x="9293" y="47584"/>
                    </a:lnTo>
                    <a:cubicBezTo>
                      <a:pt x="9287" y="47630"/>
                      <a:pt x="9261" y="47675"/>
                      <a:pt x="9217" y="47708"/>
                    </a:cubicBezTo>
                    <a:lnTo>
                      <a:pt x="8970" y="47892"/>
                    </a:lnTo>
                    <a:lnTo>
                      <a:pt x="12509" y="66695"/>
                    </a:lnTo>
                    <a:lnTo>
                      <a:pt x="10904" y="69411"/>
                    </a:lnTo>
                    <a:cubicBezTo>
                      <a:pt x="10863" y="69493"/>
                      <a:pt x="10884" y="69616"/>
                      <a:pt x="10986" y="69658"/>
                    </a:cubicBezTo>
                    <a:cubicBezTo>
                      <a:pt x="11008" y="69679"/>
                      <a:pt x="11049" y="69699"/>
                      <a:pt x="11069" y="69699"/>
                    </a:cubicBezTo>
                    <a:cubicBezTo>
                      <a:pt x="11131" y="69699"/>
                      <a:pt x="11192" y="69658"/>
                      <a:pt x="11233" y="69597"/>
                    </a:cubicBezTo>
                    <a:lnTo>
                      <a:pt x="12859" y="66840"/>
                    </a:lnTo>
                    <a:cubicBezTo>
                      <a:pt x="12879" y="66799"/>
                      <a:pt x="12900" y="66758"/>
                      <a:pt x="12879" y="66695"/>
                    </a:cubicBezTo>
                    <a:lnTo>
                      <a:pt x="9293" y="475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1" name="Google Shape;4571;p43"/>
              <p:cNvSpPr/>
              <p:nvPr/>
            </p:nvSpPr>
            <p:spPr>
              <a:xfrm>
                <a:off x="6472046" y="3870466"/>
                <a:ext cx="76327" cy="59483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2758" extrusionOk="0">
                    <a:moveTo>
                      <a:pt x="3312" y="1"/>
                    </a:moveTo>
                    <a:cubicBezTo>
                      <a:pt x="3292" y="1"/>
                      <a:pt x="3251" y="20"/>
                      <a:pt x="3210" y="42"/>
                    </a:cubicBezTo>
                    <a:lnTo>
                      <a:pt x="3127" y="103"/>
                    </a:lnTo>
                    <a:lnTo>
                      <a:pt x="83" y="2428"/>
                    </a:lnTo>
                    <a:cubicBezTo>
                      <a:pt x="0" y="2489"/>
                      <a:pt x="0" y="2593"/>
                      <a:pt x="61" y="2675"/>
                    </a:cubicBezTo>
                    <a:cubicBezTo>
                      <a:pt x="103" y="2736"/>
                      <a:pt x="144" y="2757"/>
                      <a:pt x="206" y="2757"/>
                    </a:cubicBezTo>
                    <a:cubicBezTo>
                      <a:pt x="247" y="2757"/>
                      <a:pt x="289" y="2736"/>
                      <a:pt x="308" y="2716"/>
                    </a:cubicBezTo>
                    <a:lnTo>
                      <a:pt x="3188" y="514"/>
                    </a:lnTo>
                    <a:lnTo>
                      <a:pt x="3435" y="330"/>
                    </a:lnTo>
                    <a:cubicBezTo>
                      <a:pt x="3518" y="267"/>
                      <a:pt x="3539" y="165"/>
                      <a:pt x="3476" y="83"/>
                    </a:cubicBezTo>
                    <a:cubicBezTo>
                      <a:pt x="3435" y="20"/>
                      <a:pt x="3374" y="1"/>
                      <a:pt x="3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2" name="Google Shape;4572;p43"/>
              <p:cNvSpPr/>
              <p:nvPr/>
            </p:nvSpPr>
            <p:spPr>
              <a:xfrm>
                <a:off x="6386401" y="3450741"/>
                <a:ext cx="78570" cy="60367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2799" extrusionOk="0">
                    <a:moveTo>
                      <a:pt x="3415" y="0"/>
                    </a:moveTo>
                    <a:cubicBezTo>
                      <a:pt x="3395" y="20"/>
                      <a:pt x="3354" y="20"/>
                      <a:pt x="3333" y="42"/>
                    </a:cubicBezTo>
                    <a:lnTo>
                      <a:pt x="83" y="2469"/>
                    </a:lnTo>
                    <a:cubicBezTo>
                      <a:pt x="0" y="2530"/>
                      <a:pt x="0" y="2653"/>
                      <a:pt x="63" y="2736"/>
                    </a:cubicBezTo>
                    <a:cubicBezTo>
                      <a:pt x="83" y="2777"/>
                      <a:pt x="145" y="2798"/>
                      <a:pt x="206" y="2798"/>
                    </a:cubicBezTo>
                    <a:cubicBezTo>
                      <a:pt x="247" y="2798"/>
                      <a:pt x="288" y="2798"/>
                      <a:pt x="310" y="2777"/>
                    </a:cubicBezTo>
                    <a:lnTo>
                      <a:pt x="3478" y="390"/>
                    </a:lnTo>
                    <a:lnTo>
                      <a:pt x="3560" y="330"/>
                    </a:lnTo>
                    <a:cubicBezTo>
                      <a:pt x="3642" y="267"/>
                      <a:pt x="3642" y="165"/>
                      <a:pt x="3580" y="83"/>
                    </a:cubicBezTo>
                    <a:cubicBezTo>
                      <a:pt x="3560" y="20"/>
                      <a:pt x="3498" y="0"/>
                      <a:pt x="3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3" name="Google Shape;4573;p43"/>
              <p:cNvSpPr/>
              <p:nvPr/>
            </p:nvSpPr>
            <p:spPr>
              <a:xfrm>
                <a:off x="6301210" y="2985746"/>
                <a:ext cx="80770" cy="63926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64" extrusionOk="0">
                    <a:moveTo>
                      <a:pt x="3539" y="1"/>
                    </a:moveTo>
                    <a:cubicBezTo>
                      <a:pt x="3498" y="1"/>
                      <a:pt x="3456" y="1"/>
                      <a:pt x="3415" y="42"/>
                    </a:cubicBezTo>
                    <a:lnTo>
                      <a:pt x="3333" y="103"/>
                    </a:lnTo>
                    <a:lnTo>
                      <a:pt x="104" y="2634"/>
                    </a:lnTo>
                    <a:cubicBezTo>
                      <a:pt x="22" y="2695"/>
                      <a:pt x="0" y="2818"/>
                      <a:pt x="63" y="2901"/>
                    </a:cubicBezTo>
                    <a:cubicBezTo>
                      <a:pt x="104" y="2942"/>
                      <a:pt x="165" y="2963"/>
                      <a:pt x="206" y="2963"/>
                    </a:cubicBezTo>
                    <a:cubicBezTo>
                      <a:pt x="247" y="2963"/>
                      <a:pt x="288" y="2942"/>
                      <a:pt x="330" y="2922"/>
                    </a:cubicBezTo>
                    <a:lnTo>
                      <a:pt x="3415" y="514"/>
                    </a:lnTo>
                    <a:lnTo>
                      <a:pt x="3642" y="330"/>
                    </a:lnTo>
                    <a:cubicBezTo>
                      <a:pt x="3725" y="267"/>
                      <a:pt x="3745" y="144"/>
                      <a:pt x="3684" y="62"/>
                    </a:cubicBezTo>
                    <a:cubicBezTo>
                      <a:pt x="3642" y="20"/>
                      <a:pt x="3580" y="1"/>
                      <a:pt x="35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4" name="Google Shape;4574;p43"/>
              <p:cNvSpPr/>
              <p:nvPr/>
            </p:nvSpPr>
            <p:spPr>
              <a:xfrm>
                <a:off x="4197688" y="3077149"/>
                <a:ext cx="357632" cy="145969"/>
              </a:xfrm>
              <a:custGeom>
                <a:avLst/>
                <a:gdLst/>
                <a:ahLst/>
                <a:cxnLst/>
                <a:rect l="l" t="t" r="r" b="b"/>
                <a:pathLst>
                  <a:path w="16582" h="6768" extrusionOk="0">
                    <a:moveTo>
                      <a:pt x="185" y="1"/>
                    </a:moveTo>
                    <a:cubicBezTo>
                      <a:pt x="82" y="1"/>
                      <a:pt x="0" y="83"/>
                      <a:pt x="0" y="185"/>
                    </a:cubicBezTo>
                    <a:cubicBezTo>
                      <a:pt x="0" y="289"/>
                      <a:pt x="82" y="371"/>
                      <a:pt x="185" y="371"/>
                    </a:cubicBezTo>
                    <a:lnTo>
                      <a:pt x="4115" y="371"/>
                    </a:lnTo>
                    <a:lnTo>
                      <a:pt x="16293" y="6748"/>
                    </a:lnTo>
                    <a:cubicBezTo>
                      <a:pt x="16313" y="6768"/>
                      <a:pt x="16335" y="6768"/>
                      <a:pt x="16376" y="6768"/>
                    </a:cubicBezTo>
                    <a:cubicBezTo>
                      <a:pt x="16437" y="6768"/>
                      <a:pt x="16499" y="6727"/>
                      <a:pt x="16540" y="6666"/>
                    </a:cubicBezTo>
                    <a:cubicBezTo>
                      <a:pt x="16581" y="6584"/>
                      <a:pt x="16540" y="6460"/>
                      <a:pt x="16458" y="6419"/>
                    </a:cubicBezTo>
                    <a:lnTo>
                      <a:pt x="4238" y="20"/>
                    </a:lnTo>
                    <a:cubicBezTo>
                      <a:pt x="4217" y="1"/>
                      <a:pt x="4197" y="1"/>
                      <a:pt x="41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5" name="Google Shape;4575;p43"/>
              <p:cNvSpPr/>
              <p:nvPr/>
            </p:nvSpPr>
            <p:spPr>
              <a:xfrm>
                <a:off x="4625825" y="3528363"/>
                <a:ext cx="57693" cy="35010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6233" extrusionOk="0">
                    <a:moveTo>
                      <a:pt x="2491" y="1"/>
                    </a:moveTo>
                    <a:cubicBezTo>
                      <a:pt x="2387" y="1"/>
                      <a:pt x="2305" y="83"/>
                      <a:pt x="2305" y="187"/>
                    </a:cubicBezTo>
                    <a:lnTo>
                      <a:pt x="2305" y="11974"/>
                    </a:lnTo>
                    <a:lnTo>
                      <a:pt x="63" y="15965"/>
                    </a:lnTo>
                    <a:cubicBezTo>
                      <a:pt x="1" y="16047"/>
                      <a:pt x="42" y="16170"/>
                      <a:pt x="124" y="16212"/>
                    </a:cubicBezTo>
                    <a:cubicBezTo>
                      <a:pt x="145" y="16233"/>
                      <a:pt x="187" y="16233"/>
                      <a:pt x="206" y="16233"/>
                    </a:cubicBezTo>
                    <a:cubicBezTo>
                      <a:pt x="269" y="16233"/>
                      <a:pt x="351" y="16192"/>
                      <a:pt x="371" y="16151"/>
                    </a:cubicBezTo>
                    <a:lnTo>
                      <a:pt x="2655" y="12097"/>
                    </a:lnTo>
                    <a:cubicBezTo>
                      <a:pt x="2675" y="12077"/>
                      <a:pt x="2675" y="12056"/>
                      <a:pt x="2675" y="12015"/>
                    </a:cubicBezTo>
                    <a:lnTo>
                      <a:pt x="2675" y="187"/>
                    </a:lnTo>
                    <a:cubicBezTo>
                      <a:pt x="2675" y="83"/>
                      <a:pt x="2593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6" name="Google Shape;4576;p43"/>
              <p:cNvSpPr/>
              <p:nvPr/>
            </p:nvSpPr>
            <p:spPr>
              <a:xfrm>
                <a:off x="6430766" y="1678087"/>
                <a:ext cx="91425" cy="102618"/>
              </a:xfrm>
              <a:custGeom>
                <a:avLst/>
                <a:gdLst/>
                <a:ahLst/>
                <a:cxnLst/>
                <a:rect l="l" t="t" r="r" b="b"/>
                <a:pathLst>
                  <a:path w="4239" h="4758" extrusionOk="0">
                    <a:moveTo>
                      <a:pt x="203" y="1"/>
                    </a:moveTo>
                    <a:cubicBezTo>
                      <a:pt x="191" y="1"/>
                      <a:pt x="178" y="2"/>
                      <a:pt x="165" y="5"/>
                    </a:cubicBezTo>
                    <a:cubicBezTo>
                      <a:pt x="63" y="26"/>
                      <a:pt x="0" y="108"/>
                      <a:pt x="0" y="210"/>
                    </a:cubicBezTo>
                    <a:cubicBezTo>
                      <a:pt x="762" y="4511"/>
                      <a:pt x="3374" y="4758"/>
                      <a:pt x="3950" y="4758"/>
                    </a:cubicBezTo>
                    <a:lnTo>
                      <a:pt x="4054" y="4758"/>
                    </a:lnTo>
                    <a:cubicBezTo>
                      <a:pt x="4156" y="4736"/>
                      <a:pt x="4238" y="4654"/>
                      <a:pt x="4219" y="4552"/>
                    </a:cubicBezTo>
                    <a:cubicBezTo>
                      <a:pt x="4219" y="4459"/>
                      <a:pt x="4153" y="4384"/>
                      <a:pt x="4065" y="4384"/>
                    </a:cubicBezTo>
                    <a:cubicBezTo>
                      <a:pt x="4055" y="4384"/>
                      <a:pt x="4044" y="4385"/>
                      <a:pt x="4033" y="4387"/>
                    </a:cubicBezTo>
                    <a:cubicBezTo>
                      <a:pt x="4021" y="4387"/>
                      <a:pt x="3988" y="4389"/>
                      <a:pt x="3936" y="4389"/>
                    </a:cubicBezTo>
                    <a:cubicBezTo>
                      <a:pt x="3420" y="4389"/>
                      <a:pt x="1081" y="4203"/>
                      <a:pt x="371" y="149"/>
                    </a:cubicBezTo>
                    <a:cubicBezTo>
                      <a:pt x="353" y="59"/>
                      <a:pt x="288" y="1"/>
                      <a:pt x="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7" name="Google Shape;4577;p43"/>
              <p:cNvSpPr/>
              <p:nvPr/>
            </p:nvSpPr>
            <p:spPr>
              <a:xfrm>
                <a:off x="6077167" y="1579243"/>
                <a:ext cx="77643" cy="66579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3087" extrusionOk="0">
                    <a:moveTo>
                      <a:pt x="210" y="1"/>
                    </a:moveTo>
                    <a:cubicBezTo>
                      <a:pt x="179" y="1"/>
                      <a:pt x="150" y="8"/>
                      <a:pt x="124" y="21"/>
                    </a:cubicBezTo>
                    <a:cubicBezTo>
                      <a:pt x="41" y="62"/>
                      <a:pt x="0" y="185"/>
                      <a:pt x="61" y="267"/>
                    </a:cubicBezTo>
                    <a:cubicBezTo>
                      <a:pt x="1378" y="2716"/>
                      <a:pt x="3292" y="3065"/>
                      <a:pt x="3374" y="3087"/>
                    </a:cubicBezTo>
                    <a:lnTo>
                      <a:pt x="3415" y="3087"/>
                    </a:lnTo>
                    <a:cubicBezTo>
                      <a:pt x="3497" y="3087"/>
                      <a:pt x="3580" y="3024"/>
                      <a:pt x="3600" y="2922"/>
                    </a:cubicBezTo>
                    <a:cubicBezTo>
                      <a:pt x="3600" y="2818"/>
                      <a:pt x="3539" y="2736"/>
                      <a:pt x="3435" y="2716"/>
                    </a:cubicBezTo>
                    <a:cubicBezTo>
                      <a:pt x="3415" y="2716"/>
                      <a:pt x="1605" y="2366"/>
                      <a:pt x="371" y="103"/>
                    </a:cubicBezTo>
                    <a:cubicBezTo>
                      <a:pt x="342" y="33"/>
                      <a:pt x="275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8" name="Google Shape;4578;p43"/>
              <p:cNvSpPr/>
              <p:nvPr/>
            </p:nvSpPr>
            <p:spPr>
              <a:xfrm>
                <a:off x="5802504" y="1408580"/>
                <a:ext cx="76780" cy="69534"/>
              </a:xfrm>
              <a:custGeom>
                <a:avLst/>
                <a:gdLst/>
                <a:ahLst/>
                <a:cxnLst/>
                <a:rect l="l" t="t" r="r" b="b"/>
                <a:pathLst>
                  <a:path w="3560" h="3224" extrusionOk="0">
                    <a:moveTo>
                      <a:pt x="335" y="1"/>
                    </a:moveTo>
                    <a:cubicBezTo>
                      <a:pt x="267" y="1"/>
                      <a:pt x="197" y="52"/>
                      <a:pt x="165" y="116"/>
                    </a:cubicBezTo>
                    <a:cubicBezTo>
                      <a:pt x="0" y="590"/>
                      <a:pt x="22" y="1043"/>
                      <a:pt x="268" y="1454"/>
                    </a:cubicBezTo>
                    <a:cubicBezTo>
                      <a:pt x="968" y="2708"/>
                      <a:pt x="3231" y="3202"/>
                      <a:pt x="3333" y="3223"/>
                    </a:cubicBezTo>
                    <a:lnTo>
                      <a:pt x="3374" y="3223"/>
                    </a:lnTo>
                    <a:cubicBezTo>
                      <a:pt x="3456" y="3223"/>
                      <a:pt x="3519" y="3182"/>
                      <a:pt x="3539" y="3078"/>
                    </a:cubicBezTo>
                    <a:cubicBezTo>
                      <a:pt x="3560" y="2996"/>
                      <a:pt x="3497" y="2894"/>
                      <a:pt x="3395" y="2873"/>
                    </a:cubicBezTo>
                    <a:cubicBezTo>
                      <a:pt x="3374" y="2853"/>
                      <a:pt x="1193" y="2379"/>
                      <a:pt x="576" y="1289"/>
                    </a:cubicBezTo>
                    <a:cubicBezTo>
                      <a:pt x="412" y="960"/>
                      <a:pt x="392" y="610"/>
                      <a:pt x="515" y="239"/>
                    </a:cubicBezTo>
                    <a:cubicBezTo>
                      <a:pt x="556" y="157"/>
                      <a:pt x="494" y="34"/>
                      <a:pt x="392" y="14"/>
                    </a:cubicBezTo>
                    <a:cubicBezTo>
                      <a:pt x="374" y="5"/>
                      <a:pt x="354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9" name="Google Shape;4579;p43"/>
              <p:cNvSpPr/>
              <p:nvPr/>
            </p:nvSpPr>
            <p:spPr>
              <a:xfrm>
                <a:off x="7008020" y="2703104"/>
                <a:ext cx="72790" cy="86982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033" extrusionOk="0">
                    <a:moveTo>
                      <a:pt x="185" y="0"/>
                    </a:moveTo>
                    <a:cubicBezTo>
                      <a:pt x="83" y="0"/>
                      <a:pt x="1" y="83"/>
                      <a:pt x="1" y="186"/>
                    </a:cubicBezTo>
                    <a:cubicBezTo>
                      <a:pt x="1" y="227"/>
                      <a:pt x="62" y="3456"/>
                      <a:pt x="3128" y="4033"/>
                    </a:cubicBezTo>
                    <a:lnTo>
                      <a:pt x="3169" y="4033"/>
                    </a:lnTo>
                    <a:cubicBezTo>
                      <a:pt x="3251" y="4033"/>
                      <a:pt x="3333" y="3972"/>
                      <a:pt x="3353" y="3889"/>
                    </a:cubicBezTo>
                    <a:cubicBezTo>
                      <a:pt x="3375" y="3786"/>
                      <a:pt x="3312" y="3684"/>
                      <a:pt x="3210" y="3662"/>
                    </a:cubicBezTo>
                    <a:cubicBezTo>
                      <a:pt x="432" y="3149"/>
                      <a:pt x="371" y="310"/>
                      <a:pt x="371" y="186"/>
                    </a:cubicBezTo>
                    <a:cubicBezTo>
                      <a:pt x="371" y="83"/>
                      <a:pt x="289" y="0"/>
                      <a:pt x="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0" name="Google Shape;4580;p43"/>
              <p:cNvSpPr/>
              <p:nvPr/>
            </p:nvSpPr>
            <p:spPr>
              <a:xfrm>
                <a:off x="6981406" y="3041649"/>
                <a:ext cx="26636" cy="82970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3847" extrusionOk="0">
                    <a:moveTo>
                      <a:pt x="226" y="1"/>
                    </a:moveTo>
                    <a:cubicBezTo>
                      <a:pt x="165" y="1"/>
                      <a:pt x="102" y="42"/>
                      <a:pt x="61" y="103"/>
                    </a:cubicBezTo>
                    <a:cubicBezTo>
                      <a:pt x="61" y="124"/>
                      <a:pt x="42" y="165"/>
                      <a:pt x="0" y="267"/>
                    </a:cubicBezTo>
                    <a:cubicBezTo>
                      <a:pt x="144" y="226"/>
                      <a:pt x="267" y="165"/>
                      <a:pt x="412" y="124"/>
                    </a:cubicBezTo>
                    <a:cubicBezTo>
                      <a:pt x="390" y="83"/>
                      <a:pt x="349" y="42"/>
                      <a:pt x="308" y="21"/>
                    </a:cubicBezTo>
                    <a:cubicBezTo>
                      <a:pt x="288" y="1"/>
                      <a:pt x="267" y="1"/>
                      <a:pt x="226" y="1"/>
                    </a:cubicBezTo>
                    <a:close/>
                    <a:moveTo>
                      <a:pt x="1194" y="3559"/>
                    </a:moveTo>
                    <a:cubicBezTo>
                      <a:pt x="1090" y="3641"/>
                      <a:pt x="988" y="3724"/>
                      <a:pt x="864" y="3786"/>
                    </a:cubicBezTo>
                    <a:cubicBezTo>
                      <a:pt x="906" y="3806"/>
                      <a:pt x="947" y="3827"/>
                      <a:pt x="966" y="3847"/>
                    </a:cubicBezTo>
                    <a:lnTo>
                      <a:pt x="1049" y="3847"/>
                    </a:lnTo>
                    <a:cubicBezTo>
                      <a:pt x="1111" y="3847"/>
                      <a:pt x="1194" y="3806"/>
                      <a:pt x="1213" y="3745"/>
                    </a:cubicBezTo>
                    <a:cubicBezTo>
                      <a:pt x="1235" y="3682"/>
                      <a:pt x="1235" y="3621"/>
                      <a:pt x="1194" y="3559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1" name="Google Shape;4581;p43"/>
              <p:cNvSpPr/>
              <p:nvPr/>
            </p:nvSpPr>
            <p:spPr>
              <a:xfrm>
                <a:off x="6981406" y="3044323"/>
                <a:ext cx="25752" cy="74084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3435" extrusionOk="0">
                    <a:moveTo>
                      <a:pt x="1194" y="3435"/>
                    </a:moveTo>
                    <a:lnTo>
                      <a:pt x="1194" y="3435"/>
                    </a:lnTo>
                    <a:lnTo>
                      <a:pt x="1194" y="3435"/>
                    </a:lnTo>
                    <a:lnTo>
                      <a:pt x="1194" y="3435"/>
                    </a:lnTo>
                    <a:close/>
                    <a:moveTo>
                      <a:pt x="412" y="0"/>
                    </a:moveTo>
                    <a:cubicBezTo>
                      <a:pt x="267" y="41"/>
                      <a:pt x="144" y="102"/>
                      <a:pt x="0" y="143"/>
                    </a:cubicBezTo>
                    <a:lnTo>
                      <a:pt x="0" y="143"/>
                    </a:lnTo>
                    <a:cubicBezTo>
                      <a:pt x="144" y="102"/>
                      <a:pt x="267" y="41"/>
                      <a:pt x="412" y="0"/>
                    </a:cubicBezTo>
                    <a:close/>
                  </a:path>
                </a:pathLst>
              </a:custGeom>
              <a:solidFill>
                <a:srgbClr val="CEBF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2" name="Google Shape;4582;p43"/>
              <p:cNvSpPr/>
              <p:nvPr/>
            </p:nvSpPr>
            <p:spPr>
              <a:xfrm>
                <a:off x="6969867" y="3044323"/>
                <a:ext cx="37290" cy="79002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3663" extrusionOk="0">
                    <a:moveTo>
                      <a:pt x="947" y="0"/>
                    </a:moveTo>
                    <a:cubicBezTo>
                      <a:pt x="802" y="41"/>
                      <a:pt x="679" y="102"/>
                      <a:pt x="535" y="143"/>
                    </a:cubicBezTo>
                    <a:cubicBezTo>
                      <a:pt x="371" y="555"/>
                      <a:pt x="1" y="1605"/>
                      <a:pt x="349" y="2530"/>
                    </a:cubicBezTo>
                    <a:cubicBezTo>
                      <a:pt x="535" y="3024"/>
                      <a:pt x="884" y="3415"/>
                      <a:pt x="1399" y="3662"/>
                    </a:cubicBezTo>
                    <a:cubicBezTo>
                      <a:pt x="1523" y="3600"/>
                      <a:pt x="1625" y="3517"/>
                      <a:pt x="1729" y="3435"/>
                    </a:cubicBezTo>
                    <a:cubicBezTo>
                      <a:pt x="1707" y="3415"/>
                      <a:pt x="1687" y="3394"/>
                      <a:pt x="1646" y="3374"/>
                    </a:cubicBezTo>
                    <a:cubicBezTo>
                      <a:pt x="1172" y="3168"/>
                      <a:pt x="843" y="2839"/>
                      <a:pt x="700" y="2406"/>
                    </a:cubicBezTo>
                    <a:cubicBezTo>
                      <a:pt x="330" y="1399"/>
                      <a:pt x="925" y="165"/>
                      <a:pt x="925" y="143"/>
                    </a:cubicBezTo>
                    <a:cubicBezTo>
                      <a:pt x="947" y="102"/>
                      <a:pt x="967" y="41"/>
                      <a:pt x="9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3" name="Google Shape;4583;p43"/>
              <p:cNvSpPr/>
              <p:nvPr/>
            </p:nvSpPr>
            <p:spPr>
              <a:xfrm>
                <a:off x="6946790" y="3381941"/>
                <a:ext cx="8023" cy="5349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48" extrusionOk="0">
                    <a:moveTo>
                      <a:pt x="185" y="1"/>
                    </a:moveTo>
                    <a:cubicBezTo>
                      <a:pt x="103" y="1"/>
                      <a:pt x="21" y="63"/>
                      <a:pt x="1" y="165"/>
                    </a:cubicBezTo>
                    <a:lnTo>
                      <a:pt x="1" y="248"/>
                    </a:lnTo>
                    <a:lnTo>
                      <a:pt x="371" y="124"/>
                    </a:lnTo>
                    <a:cubicBezTo>
                      <a:pt x="350" y="63"/>
                      <a:pt x="289" y="22"/>
                      <a:pt x="226" y="1"/>
                    </a:cubicBezTo>
                    <a:close/>
                  </a:path>
                </a:pathLst>
              </a:custGeom>
              <a:solidFill>
                <a:srgbClr val="D6D4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4" name="Google Shape;4584;p43"/>
              <p:cNvSpPr/>
              <p:nvPr/>
            </p:nvSpPr>
            <p:spPr>
              <a:xfrm>
                <a:off x="6945021" y="3384615"/>
                <a:ext cx="37722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2367" extrusionOk="0">
                    <a:moveTo>
                      <a:pt x="453" y="0"/>
                    </a:moveTo>
                    <a:lnTo>
                      <a:pt x="83" y="124"/>
                    </a:lnTo>
                    <a:cubicBezTo>
                      <a:pt x="0" y="803"/>
                      <a:pt x="185" y="2058"/>
                      <a:pt x="1501" y="2367"/>
                    </a:cubicBezTo>
                    <a:lnTo>
                      <a:pt x="1543" y="2367"/>
                    </a:lnTo>
                    <a:cubicBezTo>
                      <a:pt x="1625" y="2367"/>
                      <a:pt x="1707" y="2304"/>
                      <a:pt x="1729" y="2222"/>
                    </a:cubicBezTo>
                    <a:cubicBezTo>
                      <a:pt x="1748" y="2120"/>
                      <a:pt x="1687" y="2016"/>
                      <a:pt x="1584" y="1997"/>
                    </a:cubicBezTo>
                    <a:cubicBezTo>
                      <a:pt x="206" y="1667"/>
                      <a:pt x="453" y="165"/>
                      <a:pt x="453" y="83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5" name="Google Shape;4585;p43"/>
              <p:cNvSpPr/>
              <p:nvPr/>
            </p:nvSpPr>
            <p:spPr>
              <a:xfrm>
                <a:off x="7266248" y="1803588"/>
                <a:ext cx="54156" cy="49670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3" extrusionOk="0">
                    <a:moveTo>
                      <a:pt x="1151" y="0"/>
                    </a:moveTo>
                    <a:cubicBezTo>
                      <a:pt x="948" y="0"/>
                      <a:pt x="742" y="55"/>
                      <a:pt x="555" y="173"/>
                    </a:cubicBezTo>
                    <a:cubicBezTo>
                      <a:pt x="1" y="502"/>
                      <a:pt x="248" y="955"/>
                      <a:pt x="577" y="1509"/>
                    </a:cubicBezTo>
                    <a:cubicBezTo>
                      <a:pt x="827" y="1947"/>
                      <a:pt x="1054" y="2303"/>
                      <a:pt x="1392" y="2303"/>
                    </a:cubicBezTo>
                    <a:cubicBezTo>
                      <a:pt x="1499" y="2303"/>
                      <a:pt x="1616" y="2268"/>
                      <a:pt x="1749" y="2189"/>
                    </a:cubicBezTo>
                    <a:cubicBezTo>
                      <a:pt x="2305" y="1860"/>
                      <a:pt x="2511" y="1139"/>
                      <a:pt x="2181" y="584"/>
                    </a:cubicBezTo>
                    <a:cubicBezTo>
                      <a:pt x="1949" y="215"/>
                      <a:pt x="1553" y="0"/>
                      <a:pt x="11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6" name="Google Shape;4586;p43"/>
              <p:cNvSpPr/>
              <p:nvPr/>
            </p:nvSpPr>
            <p:spPr>
              <a:xfrm>
                <a:off x="7263120" y="1800871"/>
                <a:ext cx="51956" cy="4772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13" extrusionOk="0">
                    <a:moveTo>
                      <a:pt x="1109" y="1"/>
                    </a:moveTo>
                    <a:cubicBezTo>
                      <a:pt x="913" y="1"/>
                      <a:pt x="715" y="51"/>
                      <a:pt x="536" y="154"/>
                    </a:cubicBezTo>
                    <a:cubicBezTo>
                      <a:pt x="1" y="463"/>
                      <a:pt x="248" y="916"/>
                      <a:pt x="557" y="1451"/>
                    </a:cubicBezTo>
                    <a:cubicBezTo>
                      <a:pt x="810" y="1862"/>
                      <a:pt x="1026" y="2212"/>
                      <a:pt x="1356" y="2212"/>
                    </a:cubicBezTo>
                    <a:cubicBezTo>
                      <a:pt x="1455" y="2212"/>
                      <a:pt x="1564" y="2180"/>
                      <a:pt x="1688" y="2109"/>
                    </a:cubicBezTo>
                    <a:cubicBezTo>
                      <a:pt x="2223" y="1780"/>
                      <a:pt x="2409" y="1100"/>
                      <a:pt x="2080" y="565"/>
                    </a:cubicBezTo>
                    <a:cubicBezTo>
                      <a:pt x="1874" y="197"/>
                      <a:pt x="1496" y="1"/>
                      <a:pt x="11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7" name="Google Shape;4587;p43"/>
              <p:cNvSpPr/>
              <p:nvPr/>
            </p:nvSpPr>
            <p:spPr>
              <a:xfrm>
                <a:off x="7263120" y="1800828"/>
                <a:ext cx="4440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95" extrusionOk="0">
                    <a:moveTo>
                      <a:pt x="1113" y="0"/>
                    </a:moveTo>
                    <a:cubicBezTo>
                      <a:pt x="918" y="0"/>
                      <a:pt x="720" y="50"/>
                      <a:pt x="536" y="156"/>
                    </a:cubicBezTo>
                    <a:cubicBezTo>
                      <a:pt x="1" y="465"/>
                      <a:pt x="248" y="918"/>
                      <a:pt x="557" y="1453"/>
                    </a:cubicBezTo>
                    <a:cubicBezTo>
                      <a:pt x="797" y="1853"/>
                      <a:pt x="1017" y="2194"/>
                      <a:pt x="1332" y="2194"/>
                    </a:cubicBezTo>
                    <a:cubicBezTo>
                      <a:pt x="1341" y="2194"/>
                      <a:pt x="1350" y="2194"/>
                      <a:pt x="1359" y="2194"/>
                    </a:cubicBezTo>
                    <a:cubicBezTo>
                      <a:pt x="681" y="1659"/>
                      <a:pt x="516" y="1349"/>
                      <a:pt x="2058" y="507"/>
                    </a:cubicBezTo>
                    <a:cubicBezTo>
                      <a:pt x="1842" y="183"/>
                      <a:pt x="1484" y="0"/>
                      <a:pt x="11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8" name="Google Shape;4588;p43"/>
              <p:cNvSpPr/>
              <p:nvPr/>
            </p:nvSpPr>
            <p:spPr>
              <a:xfrm>
                <a:off x="7150905" y="1856148"/>
                <a:ext cx="54134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311" extrusionOk="0">
                    <a:moveTo>
                      <a:pt x="1170" y="0"/>
                    </a:moveTo>
                    <a:cubicBezTo>
                      <a:pt x="968" y="0"/>
                      <a:pt x="762" y="53"/>
                      <a:pt x="576" y="163"/>
                    </a:cubicBezTo>
                    <a:cubicBezTo>
                      <a:pt x="0" y="493"/>
                      <a:pt x="267" y="965"/>
                      <a:pt x="596" y="1521"/>
                    </a:cubicBezTo>
                    <a:cubicBezTo>
                      <a:pt x="848" y="1946"/>
                      <a:pt x="1064" y="2311"/>
                      <a:pt x="1410" y="2311"/>
                    </a:cubicBezTo>
                    <a:cubicBezTo>
                      <a:pt x="1516" y="2311"/>
                      <a:pt x="1634" y="2276"/>
                      <a:pt x="1769" y="2199"/>
                    </a:cubicBezTo>
                    <a:cubicBezTo>
                      <a:pt x="2324" y="1870"/>
                      <a:pt x="2510" y="1151"/>
                      <a:pt x="2181" y="575"/>
                    </a:cubicBezTo>
                    <a:cubicBezTo>
                      <a:pt x="1962" y="206"/>
                      <a:pt x="1571" y="0"/>
                      <a:pt x="11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9" name="Google Shape;4589;p43"/>
              <p:cNvSpPr/>
              <p:nvPr/>
            </p:nvSpPr>
            <p:spPr>
              <a:xfrm>
                <a:off x="7148230" y="1853323"/>
                <a:ext cx="51482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20" extrusionOk="0">
                    <a:moveTo>
                      <a:pt x="1096" y="1"/>
                    </a:moveTo>
                    <a:cubicBezTo>
                      <a:pt x="904" y="1"/>
                      <a:pt x="711" y="49"/>
                      <a:pt x="535" y="150"/>
                    </a:cubicBezTo>
                    <a:cubicBezTo>
                      <a:pt x="1" y="479"/>
                      <a:pt x="247" y="912"/>
                      <a:pt x="555" y="1466"/>
                    </a:cubicBezTo>
                    <a:cubicBezTo>
                      <a:pt x="790" y="1872"/>
                      <a:pt x="1000" y="2219"/>
                      <a:pt x="1322" y="2219"/>
                    </a:cubicBezTo>
                    <a:cubicBezTo>
                      <a:pt x="1424" y="2219"/>
                      <a:pt x="1537" y="2184"/>
                      <a:pt x="1666" y="2105"/>
                    </a:cubicBezTo>
                    <a:cubicBezTo>
                      <a:pt x="2222" y="1795"/>
                      <a:pt x="2387" y="1096"/>
                      <a:pt x="2078" y="561"/>
                    </a:cubicBezTo>
                    <a:cubicBezTo>
                      <a:pt x="1871" y="202"/>
                      <a:pt x="1487" y="1"/>
                      <a:pt x="10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0" name="Google Shape;4590;p43"/>
              <p:cNvSpPr/>
              <p:nvPr/>
            </p:nvSpPr>
            <p:spPr>
              <a:xfrm>
                <a:off x="7148230" y="1853474"/>
                <a:ext cx="43933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200" extrusionOk="0">
                    <a:moveTo>
                      <a:pt x="1080" y="1"/>
                    </a:moveTo>
                    <a:cubicBezTo>
                      <a:pt x="894" y="1"/>
                      <a:pt x="707" y="47"/>
                      <a:pt x="535" y="143"/>
                    </a:cubicBezTo>
                    <a:cubicBezTo>
                      <a:pt x="1" y="472"/>
                      <a:pt x="247" y="905"/>
                      <a:pt x="555" y="1459"/>
                    </a:cubicBezTo>
                    <a:cubicBezTo>
                      <a:pt x="802" y="1871"/>
                      <a:pt x="1008" y="2200"/>
                      <a:pt x="1358" y="2200"/>
                    </a:cubicBezTo>
                    <a:cubicBezTo>
                      <a:pt x="659" y="1645"/>
                      <a:pt x="514" y="1336"/>
                      <a:pt x="2036" y="513"/>
                    </a:cubicBezTo>
                    <a:cubicBezTo>
                      <a:pt x="1817" y="184"/>
                      <a:pt x="1451" y="1"/>
                      <a:pt x="1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1" name="Google Shape;4591;p43"/>
              <p:cNvSpPr/>
              <p:nvPr/>
            </p:nvSpPr>
            <p:spPr>
              <a:xfrm>
                <a:off x="7019559" y="1918263"/>
                <a:ext cx="54156" cy="49842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1" extrusionOk="0">
                    <a:moveTo>
                      <a:pt x="1165" y="0"/>
                    </a:moveTo>
                    <a:cubicBezTo>
                      <a:pt x="959" y="0"/>
                      <a:pt x="749" y="53"/>
                      <a:pt x="555" y="164"/>
                    </a:cubicBezTo>
                    <a:cubicBezTo>
                      <a:pt x="1" y="493"/>
                      <a:pt x="267" y="945"/>
                      <a:pt x="596" y="1500"/>
                    </a:cubicBezTo>
                    <a:cubicBezTo>
                      <a:pt x="849" y="1941"/>
                      <a:pt x="1065" y="2310"/>
                      <a:pt x="1412" y="2310"/>
                    </a:cubicBezTo>
                    <a:cubicBezTo>
                      <a:pt x="1518" y="2310"/>
                      <a:pt x="1635" y="2276"/>
                      <a:pt x="1770" y="2199"/>
                    </a:cubicBezTo>
                    <a:cubicBezTo>
                      <a:pt x="2324" y="1850"/>
                      <a:pt x="2510" y="1130"/>
                      <a:pt x="2181" y="575"/>
                    </a:cubicBezTo>
                    <a:cubicBezTo>
                      <a:pt x="1963" y="206"/>
                      <a:pt x="1572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2" name="Google Shape;4592;p43"/>
              <p:cNvSpPr/>
              <p:nvPr/>
            </p:nvSpPr>
            <p:spPr>
              <a:xfrm>
                <a:off x="7016906" y="1915351"/>
                <a:ext cx="51482" cy="47707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212" extrusionOk="0">
                    <a:moveTo>
                      <a:pt x="1103" y="0"/>
                    </a:moveTo>
                    <a:cubicBezTo>
                      <a:pt x="910" y="0"/>
                      <a:pt x="715" y="50"/>
                      <a:pt x="535" y="154"/>
                    </a:cubicBezTo>
                    <a:cubicBezTo>
                      <a:pt x="0" y="463"/>
                      <a:pt x="226" y="916"/>
                      <a:pt x="555" y="1451"/>
                    </a:cubicBezTo>
                    <a:cubicBezTo>
                      <a:pt x="793" y="1862"/>
                      <a:pt x="1005" y="2212"/>
                      <a:pt x="1334" y="2212"/>
                    </a:cubicBezTo>
                    <a:cubicBezTo>
                      <a:pt x="1433" y="2212"/>
                      <a:pt x="1542" y="2180"/>
                      <a:pt x="1666" y="2109"/>
                    </a:cubicBezTo>
                    <a:cubicBezTo>
                      <a:pt x="2201" y="1780"/>
                      <a:pt x="2387" y="1100"/>
                      <a:pt x="2077" y="565"/>
                    </a:cubicBezTo>
                    <a:cubicBezTo>
                      <a:pt x="1858" y="197"/>
                      <a:pt x="1486" y="0"/>
                      <a:pt x="1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3" name="Google Shape;4593;p43"/>
              <p:cNvSpPr/>
              <p:nvPr/>
            </p:nvSpPr>
            <p:spPr>
              <a:xfrm>
                <a:off x="7016906" y="1915308"/>
                <a:ext cx="43933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4" extrusionOk="0">
                    <a:moveTo>
                      <a:pt x="1092" y="1"/>
                    </a:moveTo>
                    <a:cubicBezTo>
                      <a:pt x="902" y="1"/>
                      <a:pt x="710" y="51"/>
                      <a:pt x="535" y="156"/>
                    </a:cubicBezTo>
                    <a:cubicBezTo>
                      <a:pt x="0" y="465"/>
                      <a:pt x="226" y="918"/>
                      <a:pt x="555" y="1453"/>
                    </a:cubicBezTo>
                    <a:cubicBezTo>
                      <a:pt x="795" y="1853"/>
                      <a:pt x="996" y="2194"/>
                      <a:pt x="1330" y="2194"/>
                    </a:cubicBezTo>
                    <a:cubicBezTo>
                      <a:pt x="1339" y="2194"/>
                      <a:pt x="1348" y="2194"/>
                      <a:pt x="1358" y="2193"/>
                    </a:cubicBezTo>
                    <a:cubicBezTo>
                      <a:pt x="659" y="1658"/>
                      <a:pt x="494" y="1349"/>
                      <a:pt x="2036" y="526"/>
                    </a:cubicBezTo>
                    <a:cubicBezTo>
                      <a:pt x="1819" y="188"/>
                      <a:pt x="1459" y="1"/>
                      <a:pt x="10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4" name="Google Shape;4594;p43"/>
              <p:cNvSpPr/>
              <p:nvPr/>
            </p:nvSpPr>
            <p:spPr>
              <a:xfrm>
                <a:off x="7376716" y="1754522"/>
                <a:ext cx="54156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13" extrusionOk="0">
                    <a:moveTo>
                      <a:pt x="1165" y="1"/>
                    </a:moveTo>
                    <a:cubicBezTo>
                      <a:pt x="959" y="1"/>
                      <a:pt x="750" y="53"/>
                      <a:pt x="557" y="164"/>
                    </a:cubicBezTo>
                    <a:cubicBezTo>
                      <a:pt x="0" y="493"/>
                      <a:pt x="247" y="945"/>
                      <a:pt x="576" y="1521"/>
                    </a:cubicBezTo>
                    <a:cubicBezTo>
                      <a:pt x="829" y="1947"/>
                      <a:pt x="1056" y="2312"/>
                      <a:pt x="1399" y="2312"/>
                    </a:cubicBezTo>
                    <a:cubicBezTo>
                      <a:pt x="1504" y="2312"/>
                      <a:pt x="1620" y="2278"/>
                      <a:pt x="1750" y="2201"/>
                    </a:cubicBezTo>
                    <a:cubicBezTo>
                      <a:pt x="2326" y="1872"/>
                      <a:pt x="2510" y="1131"/>
                      <a:pt x="2181" y="575"/>
                    </a:cubicBezTo>
                    <a:cubicBezTo>
                      <a:pt x="1962" y="206"/>
                      <a:pt x="1571" y="1"/>
                      <a:pt x="1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5" name="Google Shape;4595;p43"/>
              <p:cNvSpPr/>
              <p:nvPr/>
            </p:nvSpPr>
            <p:spPr>
              <a:xfrm>
                <a:off x="7373632" y="1751718"/>
                <a:ext cx="51913" cy="47621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8" extrusionOk="0">
                    <a:moveTo>
                      <a:pt x="1111" y="1"/>
                    </a:moveTo>
                    <a:cubicBezTo>
                      <a:pt x="922" y="1"/>
                      <a:pt x="730" y="49"/>
                      <a:pt x="555" y="150"/>
                    </a:cubicBezTo>
                    <a:cubicBezTo>
                      <a:pt x="0" y="480"/>
                      <a:pt x="247" y="911"/>
                      <a:pt x="576" y="1446"/>
                    </a:cubicBezTo>
                    <a:cubicBezTo>
                      <a:pt x="813" y="1857"/>
                      <a:pt x="1026" y="2207"/>
                      <a:pt x="1355" y="2207"/>
                    </a:cubicBezTo>
                    <a:cubicBezTo>
                      <a:pt x="1454" y="2207"/>
                      <a:pt x="1563" y="2176"/>
                      <a:pt x="1687" y="2104"/>
                    </a:cubicBezTo>
                    <a:cubicBezTo>
                      <a:pt x="2222" y="1796"/>
                      <a:pt x="2406" y="1097"/>
                      <a:pt x="2099" y="562"/>
                    </a:cubicBezTo>
                    <a:cubicBezTo>
                      <a:pt x="1878" y="202"/>
                      <a:pt x="1498" y="1"/>
                      <a:pt x="1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6" name="Google Shape;4596;p43"/>
              <p:cNvSpPr/>
              <p:nvPr/>
            </p:nvSpPr>
            <p:spPr>
              <a:xfrm>
                <a:off x="7373632" y="1751589"/>
                <a:ext cx="44386" cy="47750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214" extrusionOk="0">
                    <a:moveTo>
                      <a:pt x="1114" y="0"/>
                    </a:moveTo>
                    <a:cubicBezTo>
                      <a:pt x="924" y="0"/>
                      <a:pt x="731" y="51"/>
                      <a:pt x="555" y="156"/>
                    </a:cubicBezTo>
                    <a:cubicBezTo>
                      <a:pt x="0" y="486"/>
                      <a:pt x="247" y="917"/>
                      <a:pt x="576" y="1452"/>
                    </a:cubicBezTo>
                    <a:cubicBezTo>
                      <a:pt x="823" y="1884"/>
                      <a:pt x="1029" y="2214"/>
                      <a:pt x="1358" y="2214"/>
                    </a:cubicBezTo>
                    <a:cubicBezTo>
                      <a:pt x="678" y="1657"/>
                      <a:pt x="514" y="1350"/>
                      <a:pt x="2058" y="527"/>
                    </a:cubicBezTo>
                    <a:cubicBezTo>
                      <a:pt x="1841" y="187"/>
                      <a:pt x="1481" y="0"/>
                      <a:pt x="1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7" name="Google Shape;4597;p43"/>
              <p:cNvSpPr/>
              <p:nvPr/>
            </p:nvSpPr>
            <p:spPr>
              <a:xfrm>
                <a:off x="6771511" y="2039947"/>
                <a:ext cx="54630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09" extrusionOk="0">
                    <a:moveTo>
                      <a:pt x="1173" y="1"/>
                    </a:moveTo>
                    <a:cubicBezTo>
                      <a:pt x="962" y="1"/>
                      <a:pt x="749" y="58"/>
                      <a:pt x="557" y="178"/>
                    </a:cubicBezTo>
                    <a:cubicBezTo>
                      <a:pt x="1" y="529"/>
                      <a:pt x="269" y="981"/>
                      <a:pt x="618" y="1536"/>
                    </a:cubicBezTo>
                    <a:cubicBezTo>
                      <a:pt x="884" y="1958"/>
                      <a:pt x="1114" y="2309"/>
                      <a:pt x="1453" y="2309"/>
                    </a:cubicBezTo>
                    <a:cubicBezTo>
                      <a:pt x="1560" y="2309"/>
                      <a:pt x="1678" y="2273"/>
                      <a:pt x="1811" y="2194"/>
                    </a:cubicBezTo>
                    <a:cubicBezTo>
                      <a:pt x="2368" y="1845"/>
                      <a:pt x="2532" y="1124"/>
                      <a:pt x="2182" y="570"/>
                    </a:cubicBezTo>
                    <a:cubicBezTo>
                      <a:pt x="1966" y="205"/>
                      <a:pt x="1574" y="1"/>
                      <a:pt x="11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8" name="Google Shape;4598;p43"/>
              <p:cNvSpPr/>
              <p:nvPr/>
            </p:nvSpPr>
            <p:spPr>
              <a:xfrm>
                <a:off x="6768858" y="2037466"/>
                <a:ext cx="51956" cy="47492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2" extrusionOk="0">
                    <a:moveTo>
                      <a:pt x="1112" y="0"/>
                    </a:moveTo>
                    <a:cubicBezTo>
                      <a:pt x="908" y="0"/>
                      <a:pt x="702" y="55"/>
                      <a:pt x="516" y="170"/>
                    </a:cubicBezTo>
                    <a:cubicBezTo>
                      <a:pt x="0" y="499"/>
                      <a:pt x="247" y="932"/>
                      <a:pt x="577" y="1466"/>
                    </a:cubicBezTo>
                    <a:cubicBezTo>
                      <a:pt x="824" y="1869"/>
                      <a:pt x="1048" y="2201"/>
                      <a:pt x="1364" y="2201"/>
                    </a:cubicBezTo>
                    <a:cubicBezTo>
                      <a:pt x="1467" y="2201"/>
                      <a:pt x="1581" y="2165"/>
                      <a:pt x="1709" y="2084"/>
                    </a:cubicBezTo>
                    <a:cubicBezTo>
                      <a:pt x="2244" y="1754"/>
                      <a:pt x="2408" y="1055"/>
                      <a:pt x="2079" y="540"/>
                    </a:cubicBezTo>
                    <a:cubicBezTo>
                      <a:pt x="1865" y="191"/>
                      <a:pt x="1493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9" name="Google Shape;4599;p43"/>
              <p:cNvSpPr/>
              <p:nvPr/>
            </p:nvSpPr>
            <p:spPr>
              <a:xfrm>
                <a:off x="6768858" y="2037423"/>
                <a:ext cx="43955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9" extrusionOk="0">
                    <a:moveTo>
                      <a:pt x="1101" y="0"/>
                    </a:moveTo>
                    <a:cubicBezTo>
                      <a:pt x="900" y="0"/>
                      <a:pt x="698" y="55"/>
                      <a:pt x="516" y="172"/>
                    </a:cubicBezTo>
                    <a:cubicBezTo>
                      <a:pt x="0" y="501"/>
                      <a:pt x="247" y="934"/>
                      <a:pt x="577" y="1468"/>
                    </a:cubicBezTo>
                    <a:cubicBezTo>
                      <a:pt x="816" y="1867"/>
                      <a:pt x="1055" y="2189"/>
                      <a:pt x="1369" y="2189"/>
                    </a:cubicBezTo>
                    <a:cubicBezTo>
                      <a:pt x="1379" y="2189"/>
                      <a:pt x="1389" y="2188"/>
                      <a:pt x="1399" y="2188"/>
                    </a:cubicBezTo>
                    <a:cubicBezTo>
                      <a:pt x="700" y="1653"/>
                      <a:pt x="535" y="1365"/>
                      <a:pt x="2038" y="501"/>
                    </a:cubicBezTo>
                    <a:cubicBezTo>
                      <a:pt x="1825" y="182"/>
                      <a:pt x="1467" y="0"/>
                      <a:pt x="11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0" name="Google Shape;4600;p43"/>
              <p:cNvSpPr/>
              <p:nvPr/>
            </p:nvSpPr>
            <p:spPr>
              <a:xfrm>
                <a:off x="6657936" y="2095418"/>
                <a:ext cx="54609" cy="49799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9" extrusionOk="0">
                    <a:moveTo>
                      <a:pt x="1169" y="0"/>
                    </a:moveTo>
                    <a:cubicBezTo>
                      <a:pt x="960" y="0"/>
                      <a:pt x="748" y="57"/>
                      <a:pt x="557" y="178"/>
                    </a:cubicBezTo>
                    <a:cubicBezTo>
                      <a:pt x="0" y="527"/>
                      <a:pt x="269" y="980"/>
                      <a:pt x="618" y="1536"/>
                    </a:cubicBezTo>
                    <a:cubicBezTo>
                      <a:pt x="868" y="1958"/>
                      <a:pt x="1106" y="2309"/>
                      <a:pt x="1450" y="2309"/>
                    </a:cubicBezTo>
                    <a:cubicBezTo>
                      <a:pt x="1558" y="2309"/>
                      <a:pt x="1678" y="2274"/>
                      <a:pt x="1811" y="2194"/>
                    </a:cubicBezTo>
                    <a:cubicBezTo>
                      <a:pt x="2346" y="1844"/>
                      <a:pt x="2532" y="1103"/>
                      <a:pt x="2181" y="568"/>
                    </a:cubicBezTo>
                    <a:cubicBezTo>
                      <a:pt x="1953" y="205"/>
                      <a:pt x="1565" y="0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1" name="Google Shape;4601;p43"/>
              <p:cNvSpPr/>
              <p:nvPr/>
            </p:nvSpPr>
            <p:spPr>
              <a:xfrm>
                <a:off x="6654852" y="2092916"/>
                <a:ext cx="52366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1" extrusionOk="0">
                    <a:moveTo>
                      <a:pt x="1137" y="1"/>
                    </a:moveTo>
                    <a:cubicBezTo>
                      <a:pt x="931" y="1"/>
                      <a:pt x="723" y="55"/>
                      <a:pt x="535" y="171"/>
                    </a:cubicBezTo>
                    <a:cubicBezTo>
                      <a:pt x="0" y="500"/>
                      <a:pt x="267" y="931"/>
                      <a:pt x="596" y="1466"/>
                    </a:cubicBezTo>
                    <a:cubicBezTo>
                      <a:pt x="844" y="1869"/>
                      <a:pt x="1057" y="2201"/>
                      <a:pt x="1375" y="2201"/>
                    </a:cubicBezTo>
                    <a:cubicBezTo>
                      <a:pt x="1480" y="2201"/>
                      <a:pt x="1596" y="2165"/>
                      <a:pt x="1728" y="2083"/>
                    </a:cubicBezTo>
                    <a:cubicBezTo>
                      <a:pt x="2263" y="1754"/>
                      <a:pt x="2428" y="1055"/>
                      <a:pt x="2099" y="520"/>
                    </a:cubicBezTo>
                    <a:cubicBezTo>
                      <a:pt x="1885" y="187"/>
                      <a:pt x="1516" y="1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2" name="Google Shape;4602;p43"/>
              <p:cNvSpPr/>
              <p:nvPr/>
            </p:nvSpPr>
            <p:spPr>
              <a:xfrm>
                <a:off x="6654852" y="2092873"/>
                <a:ext cx="44386" cy="47233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0" extrusionOk="0">
                    <a:moveTo>
                      <a:pt x="1121" y="1"/>
                    </a:moveTo>
                    <a:cubicBezTo>
                      <a:pt x="921" y="1"/>
                      <a:pt x="719" y="55"/>
                      <a:pt x="535" y="173"/>
                    </a:cubicBezTo>
                    <a:cubicBezTo>
                      <a:pt x="0" y="502"/>
                      <a:pt x="267" y="933"/>
                      <a:pt x="596" y="1468"/>
                    </a:cubicBezTo>
                    <a:cubicBezTo>
                      <a:pt x="836" y="1868"/>
                      <a:pt x="1057" y="2190"/>
                      <a:pt x="1371" y="2190"/>
                    </a:cubicBezTo>
                    <a:cubicBezTo>
                      <a:pt x="1380" y="2190"/>
                      <a:pt x="1390" y="2190"/>
                      <a:pt x="1399" y="2189"/>
                    </a:cubicBezTo>
                    <a:cubicBezTo>
                      <a:pt x="700" y="1654"/>
                      <a:pt x="535" y="1366"/>
                      <a:pt x="2057" y="481"/>
                    </a:cubicBezTo>
                    <a:cubicBezTo>
                      <a:pt x="1832" y="177"/>
                      <a:pt x="1480" y="1"/>
                      <a:pt x="11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3" name="Google Shape;4603;p43"/>
              <p:cNvSpPr/>
              <p:nvPr/>
            </p:nvSpPr>
            <p:spPr>
              <a:xfrm>
                <a:off x="6527949" y="2160509"/>
                <a:ext cx="54587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306" extrusionOk="0">
                    <a:moveTo>
                      <a:pt x="1190" y="1"/>
                    </a:moveTo>
                    <a:cubicBezTo>
                      <a:pt x="973" y="1"/>
                      <a:pt x="753" y="60"/>
                      <a:pt x="555" y="184"/>
                    </a:cubicBezTo>
                    <a:cubicBezTo>
                      <a:pt x="1" y="534"/>
                      <a:pt x="267" y="987"/>
                      <a:pt x="618" y="1541"/>
                    </a:cubicBezTo>
                    <a:cubicBezTo>
                      <a:pt x="879" y="1959"/>
                      <a:pt x="1107" y="2306"/>
                      <a:pt x="1439" y="2306"/>
                    </a:cubicBezTo>
                    <a:cubicBezTo>
                      <a:pt x="1550" y="2306"/>
                      <a:pt x="1672" y="2267"/>
                      <a:pt x="1811" y="2180"/>
                    </a:cubicBezTo>
                    <a:cubicBezTo>
                      <a:pt x="2366" y="1851"/>
                      <a:pt x="2530" y="1110"/>
                      <a:pt x="2181" y="554"/>
                    </a:cubicBezTo>
                    <a:cubicBezTo>
                      <a:pt x="1969" y="196"/>
                      <a:pt x="1585" y="1"/>
                      <a:pt x="11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4" name="Google Shape;4604;p43"/>
              <p:cNvSpPr/>
              <p:nvPr/>
            </p:nvSpPr>
            <p:spPr>
              <a:xfrm>
                <a:off x="6525296" y="2158115"/>
                <a:ext cx="51913" cy="4747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1" extrusionOk="0">
                    <a:moveTo>
                      <a:pt x="1115" y="1"/>
                    </a:moveTo>
                    <a:cubicBezTo>
                      <a:pt x="910" y="1"/>
                      <a:pt x="702" y="56"/>
                      <a:pt x="514" y="171"/>
                    </a:cubicBezTo>
                    <a:cubicBezTo>
                      <a:pt x="0" y="500"/>
                      <a:pt x="247" y="933"/>
                      <a:pt x="576" y="1468"/>
                    </a:cubicBezTo>
                    <a:cubicBezTo>
                      <a:pt x="826" y="1857"/>
                      <a:pt x="1051" y="2200"/>
                      <a:pt x="1370" y="2200"/>
                    </a:cubicBezTo>
                    <a:cubicBezTo>
                      <a:pt x="1471" y="2200"/>
                      <a:pt x="1582" y="2165"/>
                      <a:pt x="1707" y="2085"/>
                    </a:cubicBezTo>
                    <a:cubicBezTo>
                      <a:pt x="2242" y="1756"/>
                      <a:pt x="2406" y="1057"/>
                      <a:pt x="2077" y="522"/>
                    </a:cubicBezTo>
                    <a:cubicBezTo>
                      <a:pt x="1864" y="188"/>
                      <a:pt x="1494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5" name="Google Shape;4605;p43"/>
              <p:cNvSpPr/>
              <p:nvPr/>
            </p:nvSpPr>
            <p:spPr>
              <a:xfrm>
                <a:off x="6525296" y="2157985"/>
                <a:ext cx="43911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195" extrusionOk="0">
                    <a:moveTo>
                      <a:pt x="1118" y="0"/>
                    </a:moveTo>
                    <a:cubicBezTo>
                      <a:pt x="911" y="0"/>
                      <a:pt x="702" y="57"/>
                      <a:pt x="514" y="177"/>
                    </a:cubicBezTo>
                    <a:cubicBezTo>
                      <a:pt x="0" y="506"/>
                      <a:pt x="247" y="939"/>
                      <a:pt x="576" y="1474"/>
                    </a:cubicBezTo>
                    <a:cubicBezTo>
                      <a:pt x="815" y="1873"/>
                      <a:pt x="1055" y="2194"/>
                      <a:pt x="1369" y="2194"/>
                    </a:cubicBezTo>
                    <a:cubicBezTo>
                      <a:pt x="1379" y="2194"/>
                      <a:pt x="1389" y="2194"/>
                      <a:pt x="1399" y="2193"/>
                    </a:cubicBezTo>
                    <a:cubicBezTo>
                      <a:pt x="700" y="1658"/>
                      <a:pt x="535" y="1351"/>
                      <a:pt x="2036" y="487"/>
                    </a:cubicBezTo>
                    <a:cubicBezTo>
                      <a:pt x="1827" y="173"/>
                      <a:pt x="1477" y="0"/>
                      <a:pt x="11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6" name="Google Shape;4606;p43"/>
              <p:cNvSpPr/>
              <p:nvPr/>
            </p:nvSpPr>
            <p:spPr>
              <a:xfrm>
                <a:off x="6881138" y="1988249"/>
                <a:ext cx="54566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0" extrusionOk="0">
                    <a:moveTo>
                      <a:pt x="1168" y="0"/>
                    </a:moveTo>
                    <a:cubicBezTo>
                      <a:pt x="959" y="0"/>
                      <a:pt x="747" y="55"/>
                      <a:pt x="555" y="169"/>
                    </a:cubicBezTo>
                    <a:cubicBezTo>
                      <a:pt x="0" y="518"/>
                      <a:pt x="267" y="970"/>
                      <a:pt x="617" y="1527"/>
                    </a:cubicBezTo>
                    <a:cubicBezTo>
                      <a:pt x="867" y="1948"/>
                      <a:pt x="1094" y="2299"/>
                      <a:pt x="1431" y="2299"/>
                    </a:cubicBezTo>
                    <a:cubicBezTo>
                      <a:pt x="1538" y="2299"/>
                      <a:pt x="1656" y="2264"/>
                      <a:pt x="1789" y="2185"/>
                    </a:cubicBezTo>
                    <a:cubicBezTo>
                      <a:pt x="2345" y="1834"/>
                      <a:pt x="2530" y="1115"/>
                      <a:pt x="2181" y="559"/>
                    </a:cubicBezTo>
                    <a:cubicBezTo>
                      <a:pt x="1951" y="196"/>
                      <a:pt x="1564" y="0"/>
                      <a:pt x="1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7" name="Google Shape;4607;p43"/>
              <p:cNvSpPr/>
              <p:nvPr/>
            </p:nvSpPr>
            <p:spPr>
              <a:xfrm>
                <a:off x="6878011" y="1985575"/>
                <a:ext cx="52366" cy="4744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200" extrusionOk="0">
                    <a:moveTo>
                      <a:pt x="1132" y="0"/>
                    </a:moveTo>
                    <a:cubicBezTo>
                      <a:pt x="928" y="0"/>
                      <a:pt x="722" y="55"/>
                      <a:pt x="535" y="169"/>
                    </a:cubicBezTo>
                    <a:cubicBezTo>
                      <a:pt x="0" y="499"/>
                      <a:pt x="269" y="930"/>
                      <a:pt x="598" y="1465"/>
                    </a:cubicBezTo>
                    <a:cubicBezTo>
                      <a:pt x="845" y="1867"/>
                      <a:pt x="1057" y="2200"/>
                      <a:pt x="1375" y="2200"/>
                    </a:cubicBezTo>
                    <a:cubicBezTo>
                      <a:pt x="1480" y="2200"/>
                      <a:pt x="1596" y="2163"/>
                      <a:pt x="1728" y="2082"/>
                    </a:cubicBezTo>
                    <a:cubicBezTo>
                      <a:pt x="2263" y="1753"/>
                      <a:pt x="2428" y="1053"/>
                      <a:pt x="2099" y="540"/>
                    </a:cubicBezTo>
                    <a:cubicBezTo>
                      <a:pt x="1884" y="191"/>
                      <a:pt x="1513" y="0"/>
                      <a:pt x="11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8" name="Google Shape;4608;p43"/>
              <p:cNvSpPr/>
              <p:nvPr/>
            </p:nvSpPr>
            <p:spPr>
              <a:xfrm>
                <a:off x="6878011" y="1985532"/>
                <a:ext cx="44386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89" extrusionOk="0">
                    <a:moveTo>
                      <a:pt x="1116" y="0"/>
                    </a:moveTo>
                    <a:cubicBezTo>
                      <a:pt x="918" y="0"/>
                      <a:pt x="718" y="55"/>
                      <a:pt x="535" y="171"/>
                    </a:cubicBezTo>
                    <a:cubicBezTo>
                      <a:pt x="0" y="501"/>
                      <a:pt x="269" y="932"/>
                      <a:pt x="598" y="1467"/>
                    </a:cubicBezTo>
                    <a:cubicBezTo>
                      <a:pt x="837" y="1866"/>
                      <a:pt x="1057" y="2188"/>
                      <a:pt x="1371" y="2188"/>
                    </a:cubicBezTo>
                    <a:cubicBezTo>
                      <a:pt x="1380" y="2188"/>
                      <a:pt x="1390" y="2188"/>
                      <a:pt x="1399" y="2188"/>
                    </a:cubicBezTo>
                    <a:cubicBezTo>
                      <a:pt x="700" y="1672"/>
                      <a:pt x="535" y="1365"/>
                      <a:pt x="2057" y="501"/>
                    </a:cubicBezTo>
                    <a:cubicBezTo>
                      <a:pt x="1832" y="182"/>
                      <a:pt x="1478" y="0"/>
                      <a:pt x="1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9" name="Google Shape;4609;p43"/>
              <p:cNvSpPr/>
              <p:nvPr/>
            </p:nvSpPr>
            <p:spPr>
              <a:xfrm>
                <a:off x="6258614" y="2310489"/>
                <a:ext cx="54609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306" extrusionOk="0">
                    <a:moveTo>
                      <a:pt x="1171" y="0"/>
                    </a:moveTo>
                    <a:cubicBezTo>
                      <a:pt x="953" y="0"/>
                      <a:pt x="733" y="59"/>
                      <a:pt x="535" y="183"/>
                    </a:cubicBezTo>
                    <a:cubicBezTo>
                      <a:pt x="0" y="534"/>
                      <a:pt x="269" y="986"/>
                      <a:pt x="618" y="1541"/>
                    </a:cubicBezTo>
                    <a:cubicBezTo>
                      <a:pt x="881" y="1958"/>
                      <a:pt x="1108" y="2305"/>
                      <a:pt x="1440" y="2305"/>
                    </a:cubicBezTo>
                    <a:cubicBezTo>
                      <a:pt x="1550" y="2305"/>
                      <a:pt x="1672" y="2267"/>
                      <a:pt x="1811" y="2179"/>
                    </a:cubicBezTo>
                    <a:cubicBezTo>
                      <a:pt x="2367" y="1829"/>
                      <a:pt x="2532" y="1088"/>
                      <a:pt x="2181" y="553"/>
                    </a:cubicBezTo>
                    <a:cubicBezTo>
                      <a:pt x="1956" y="196"/>
                      <a:pt x="1568" y="0"/>
                      <a:pt x="11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0" name="Google Shape;4610;p43"/>
              <p:cNvSpPr/>
              <p:nvPr/>
            </p:nvSpPr>
            <p:spPr>
              <a:xfrm>
                <a:off x="6255530" y="2307987"/>
                <a:ext cx="51913" cy="47556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5" extrusionOk="0">
                    <a:moveTo>
                      <a:pt x="1128" y="1"/>
                    </a:moveTo>
                    <a:cubicBezTo>
                      <a:pt x="919" y="1"/>
                      <a:pt x="706" y="58"/>
                      <a:pt x="514" y="176"/>
                    </a:cubicBezTo>
                    <a:cubicBezTo>
                      <a:pt x="0" y="505"/>
                      <a:pt x="247" y="938"/>
                      <a:pt x="596" y="1473"/>
                    </a:cubicBezTo>
                    <a:cubicBezTo>
                      <a:pt x="845" y="1862"/>
                      <a:pt x="1071" y="2204"/>
                      <a:pt x="1390" y="2204"/>
                    </a:cubicBezTo>
                    <a:cubicBezTo>
                      <a:pt x="1492" y="2204"/>
                      <a:pt x="1604" y="2169"/>
                      <a:pt x="1728" y="2090"/>
                    </a:cubicBezTo>
                    <a:cubicBezTo>
                      <a:pt x="2263" y="1739"/>
                      <a:pt x="2406" y="1040"/>
                      <a:pt x="2077" y="526"/>
                    </a:cubicBezTo>
                    <a:cubicBezTo>
                      <a:pt x="1866" y="183"/>
                      <a:pt x="1503" y="1"/>
                      <a:pt x="1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1" name="Google Shape;4611;p43"/>
              <p:cNvSpPr/>
              <p:nvPr/>
            </p:nvSpPr>
            <p:spPr>
              <a:xfrm>
                <a:off x="6255530" y="2307944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8" y="1"/>
                    </a:moveTo>
                    <a:cubicBezTo>
                      <a:pt x="911" y="1"/>
                      <a:pt x="702" y="58"/>
                      <a:pt x="514" y="178"/>
                    </a:cubicBezTo>
                    <a:cubicBezTo>
                      <a:pt x="0" y="507"/>
                      <a:pt x="247" y="940"/>
                      <a:pt x="596" y="1475"/>
                    </a:cubicBezTo>
                    <a:cubicBezTo>
                      <a:pt x="835" y="1873"/>
                      <a:pt x="1074" y="2195"/>
                      <a:pt x="1389" y="2195"/>
                    </a:cubicBezTo>
                    <a:cubicBezTo>
                      <a:pt x="1399" y="2195"/>
                      <a:pt x="1409" y="2194"/>
                      <a:pt x="1419" y="2194"/>
                    </a:cubicBezTo>
                    <a:cubicBezTo>
                      <a:pt x="700" y="1659"/>
                      <a:pt x="535" y="1371"/>
                      <a:pt x="2036" y="487"/>
                    </a:cubicBezTo>
                    <a:cubicBezTo>
                      <a:pt x="1827" y="173"/>
                      <a:pt x="1477" y="1"/>
                      <a:pt x="1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2" name="Google Shape;4612;p43"/>
              <p:cNvSpPr/>
              <p:nvPr/>
            </p:nvSpPr>
            <p:spPr>
              <a:xfrm>
                <a:off x="6145492" y="2366824"/>
                <a:ext cx="5415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306" extrusionOk="0">
                    <a:moveTo>
                      <a:pt x="1165" y="0"/>
                    </a:moveTo>
                    <a:cubicBezTo>
                      <a:pt x="950" y="0"/>
                      <a:pt x="732" y="60"/>
                      <a:pt x="535" y="185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06" y="2306"/>
                      <a:pt x="1438" y="2306"/>
                    </a:cubicBezTo>
                    <a:cubicBezTo>
                      <a:pt x="1549" y="2306"/>
                      <a:pt x="1672" y="2267"/>
                      <a:pt x="1811" y="2179"/>
                    </a:cubicBezTo>
                    <a:cubicBezTo>
                      <a:pt x="2365" y="1830"/>
                      <a:pt x="2510" y="1110"/>
                      <a:pt x="2160" y="555"/>
                    </a:cubicBezTo>
                    <a:cubicBezTo>
                      <a:pt x="1935" y="196"/>
                      <a:pt x="1555" y="0"/>
                      <a:pt x="11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3" name="Google Shape;4613;p43"/>
              <p:cNvSpPr/>
              <p:nvPr/>
            </p:nvSpPr>
            <p:spPr>
              <a:xfrm>
                <a:off x="6142365" y="2364343"/>
                <a:ext cx="51956" cy="47599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07" extrusionOk="0">
                    <a:moveTo>
                      <a:pt x="1131" y="1"/>
                    </a:moveTo>
                    <a:cubicBezTo>
                      <a:pt x="921" y="1"/>
                      <a:pt x="708" y="58"/>
                      <a:pt x="516" y="176"/>
                    </a:cubicBezTo>
                    <a:cubicBezTo>
                      <a:pt x="0" y="505"/>
                      <a:pt x="247" y="958"/>
                      <a:pt x="598" y="1471"/>
                    </a:cubicBezTo>
                    <a:cubicBezTo>
                      <a:pt x="846" y="1874"/>
                      <a:pt x="1070" y="2206"/>
                      <a:pt x="1384" y="2206"/>
                    </a:cubicBezTo>
                    <a:cubicBezTo>
                      <a:pt x="1488" y="2206"/>
                      <a:pt x="1601" y="2170"/>
                      <a:pt x="1729" y="2089"/>
                    </a:cubicBezTo>
                    <a:cubicBezTo>
                      <a:pt x="2263" y="1759"/>
                      <a:pt x="2408" y="1060"/>
                      <a:pt x="2079" y="525"/>
                    </a:cubicBezTo>
                    <a:cubicBezTo>
                      <a:pt x="1868" y="182"/>
                      <a:pt x="1506" y="1"/>
                      <a:pt x="1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4" name="Google Shape;4614;p43"/>
              <p:cNvSpPr/>
              <p:nvPr/>
            </p:nvSpPr>
            <p:spPr>
              <a:xfrm>
                <a:off x="6142365" y="2364300"/>
                <a:ext cx="43955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96" extrusionOk="0">
                    <a:moveTo>
                      <a:pt x="1115" y="1"/>
                    </a:moveTo>
                    <a:cubicBezTo>
                      <a:pt x="911" y="1"/>
                      <a:pt x="703" y="58"/>
                      <a:pt x="516" y="178"/>
                    </a:cubicBezTo>
                    <a:cubicBezTo>
                      <a:pt x="0" y="507"/>
                      <a:pt x="247" y="960"/>
                      <a:pt x="598" y="1473"/>
                    </a:cubicBezTo>
                    <a:cubicBezTo>
                      <a:pt x="838" y="1873"/>
                      <a:pt x="1057" y="2195"/>
                      <a:pt x="1391" y="2195"/>
                    </a:cubicBezTo>
                    <a:cubicBezTo>
                      <a:pt x="1401" y="2195"/>
                      <a:pt x="1411" y="2195"/>
                      <a:pt x="1421" y="2194"/>
                    </a:cubicBezTo>
                    <a:cubicBezTo>
                      <a:pt x="700" y="1679"/>
                      <a:pt x="535" y="1371"/>
                      <a:pt x="2038" y="486"/>
                    </a:cubicBezTo>
                    <a:cubicBezTo>
                      <a:pt x="1816" y="173"/>
                      <a:pt x="1469" y="1"/>
                      <a:pt x="11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5" name="Google Shape;4615;p43"/>
              <p:cNvSpPr/>
              <p:nvPr/>
            </p:nvSpPr>
            <p:spPr>
              <a:xfrm>
                <a:off x="6015936" y="2433381"/>
                <a:ext cx="54566" cy="4973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6" extrusionOk="0">
                    <a:moveTo>
                      <a:pt x="1186" y="0"/>
                    </a:moveTo>
                    <a:cubicBezTo>
                      <a:pt x="971" y="0"/>
                      <a:pt x="753" y="60"/>
                      <a:pt x="555" y="184"/>
                    </a:cubicBezTo>
                    <a:cubicBezTo>
                      <a:pt x="0" y="533"/>
                      <a:pt x="267" y="986"/>
                      <a:pt x="617" y="1542"/>
                    </a:cubicBezTo>
                    <a:cubicBezTo>
                      <a:pt x="879" y="1958"/>
                      <a:pt x="1118" y="2305"/>
                      <a:pt x="1456" y="2305"/>
                    </a:cubicBezTo>
                    <a:cubicBezTo>
                      <a:pt x="1568" y="2305"/>
                      <a:pt x="1692" y="2267"/>
                      <a:pt x="1830" y="2179"/>
                    </a:cubicBezTo>
                    <a:cubicBezTo>
                      <a:pt x="2365" y="1830"/>
                      <a:pt x="2530" y="1109"/>
                      <a:pt x="2181" y="555"/>
                    </a:cubicBezTo>
                    <a:cubicBezTo>
                      <a:pt x="1955" y="196"/>
                      <a:pt x="1576" y="0"/>
                      <a:pt x="1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6" name="Google Shape;4616;p43"/>
              <p:cNvSpPr/>
              <p:nvPr/>
            </p:nvSpPr>
            <p:spPr>
              <a:xfrm>
                <a:off x="6013262" y="2430901"/>
                <a:ext cx="51913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204" extrusionOk="0">
                    <a:moveTo>
                      <a:pt x="1130" y="0"/>
                    </a:moveTo>
                    <a:cubicBezTo>
                      <a:pt x="920" y="0"/>
                      <a:pt x="707" y="58"/>
                      <a:pt x="514" y="176"/>
                    </a:cubicBezTo>
                    <a:cubicBezTo>
                      <a:pt x="1" y="505"/>
                      <a:pt x="248" y="936"/>
                      <a:pt x="577" y="1471"/>
                    </a:cubicBezTo>
                    <a:cubicBezTo>
                      <a:pt x="841" y="1861"/>
                      <a:pt x="1059" y="2203"/>
                      <a:pt x="1382" y="2203"/>
                    </a:cubicBezTo>
                    <a:cubicBezTo>
                      <a:pt x="1485" y="2203"/>
                      <a:pt x="1599" y="2168"/>
                      <a:pt x="1729" y="2088"/>
                    </a:cubicBezTo>
                    <a:cubicBezTo>
                      <a:pt x="2264" y="1739"/>
                      <a:pt x="2407" y="1040"/>
                      <a:pt x="2078" y="525"/>
                    </a:cubicBezTo>
                    <a:cubicBezTo>
                      <a:pt x="1867" y="182"/>
                      <a:pt x="1504" y="0"/>
                      <a:pt x="11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7" name="Google Shape;4617;p43"/>
              <p:cNvSpPr/>
              <p:nvPr/>
            </p:nvSpPr>
            <p:spPr>
              <a:xfrm>
                <a:off x="6013262" y="2430857"/>
                <a:ext cx="43933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195" extrusionOk="0">
                    <a:moveTo>
                      <a:pt x="1115" y="0"/>
                    </a:moveTo>
                    <a:cubicBezTo>
                      <a:pt x="910" y="0"/>
                      <a:pt x="703" y="58"/>
                      <a:pt x="514" y="178"/>
                    </a:cubicBezTo>
                    <a:cubicBezTo>
                      <a:pt x="1" y="507"/>
                      <a:pt x="248" y="938"/>
                      <a:pt x="577" y="1473"/>
                    </a:cubicBezTo>
                    <a:cubicBezTo>
                      <a:pt x="836" y="1873"/>
                      <a:pt x="1058" y="2195"/>
                      <a:pt x="1372" y="2195"/>
                    </a:cubicBezTo>
                    <a:cubicBezTo>
                      <a:pt x="1381" y="2195"/>
                      <a:pt x="1390" y="2195"/>
                      <a:pt x="1400" y="2194"/>
                    </a:cubicBezTo>
                    <a:cubicBezTo>
                      <a:pt x="700" y="1659"/>
                      <a:pt x="536" y="1371"/>
                      <a:pt x="2037" y="486"/>
                    </a:cubicBezTo>
                    <a:cubicBezTo>
                      <a:pt x="1815" y="173"/>
                      <a:pt x="1469" y="0"/>
                      <a:pt x="1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8" name="Google Shape;4618;p43"/>
              <p:cNvSpPr/>
              <p:nvPr/>
            </p:nvSpPr>
            <p:spPr>
              <a:xfrm>
                <a:off x="6367336" y="2257670"/>
                <a:ext cx="54566" cy="49692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304" extrusionOk="0">
                    <a:moveTo>
                      <a:pt x="1186" y="1"/>
                    </a:moveTo>
                    <a:cubicBezTo>
                      <a:pt x="971" y="1"/>
                      <a:pt x="753" y="60"/>
                      <a:pt x="555" y="185"/>
                    </a:cubicBezTo>
                    <a:cubicBezTo>
                      <a:pt x="0" y="534"/>
                      <a:pt x="267" y="986"/>
                      <a:pt x="618" y="1543"/>
                    </a:cubicBezTo>
                    <a:cubicBezTo>
                      <a:pt x="881" y="1946"/>
                      <a:pt x="1122" y="2303"/>
                      <a:pt x="1454" y="2303"/>
                    </a:cubicBezTo>
                    <a:cubicBezTo>
                      <a:pt x="1562" y="2303"/>
                      <a:pt x="1680" y="2265"/>
                      <a:pt x="1811" y="2180"/>
                    </a:cubicBezTo>
                    <a:cubicBezTo>
                      <a:pt x="2365" y="1831"/>
                      <a:pt x="2530" y="1090"/>
                      <a:pt x="2181" y="555"/>
                    </a:cubicBezTo>
                    <a:cubicBezTo>
                      <a:pt x="1955" y="197"/>
                      <a:pt x="1576" y="1"/>
                      <a:pt x="1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9" name="Google Shape;4619;p43"/>
              <p:cNvSpPr/>
              <p:nvPr/>
            </p:nvSpPr>
            <p:spPr>
              <a:xfrm>
                <a:off x="6364208" y="2254974"/>
                <a:ext cx="52387" cy="4757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6" extrusionOk="0">
                    <a:moveTo>
                      <a:pt x="1140" y="0"/>
                    </a:moveTo>
                    <a:cubicBezTo>
                      <a:pt x="932" y="0"/>
                      <a:pt x="721" y="60"/>
                      <a:pt x="535" y="186"/>
                    </a:cubicBezTo>
                    <a:cubicBezTo>
                      <a:pt x="1" y="516"/>
                      <a:pt x="269" y="947"/>
                      <a:pt x="598" y="1482"/>
                    </a:cubicBezTo>
                    <a:cubicBezTo>
                      <a:pt x="844" y="1867"/>
                      <a:pt x="1067" y="2205"/>
                      <a:pt x="1388" y="2205"/>
                    </a:cubicBezTo>
                    <a:cubicBezTo>
                      <a:pt x="1496" y="2205"/>
                      <a:pt x="1615" y="2167"/>
                      <a:pt x="1750" y="2079"/>
                    </a:cubicBezTo>
                    <a:cubicBezTo>
                      <a:pt x="2264" y="1750"/>
                      <a:pt x="2428" y="1050"/>
                      <a:pt x="2099" y="516"/>
                    </a:cubicBezTo>
                    <a:cubicBezTo>
                      <a:pt x="1876" y="186"/>
                      <a:pt x="1510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0" name="Google Shape;4620;p43"/>
              <p:cNvSpPr/>
              <p:nvPr/>
            </p:nvSpPr>
            <p:spPr>
              <a:xfrm>
                <a:off x="6364208" y="2255147"/>
                <a:ext cx="44386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6" extrusionOk="0">
                    <a:moveTo>
                      <a:pt x="1136" y="1"/>
                    </a:moveTo>
                    <a:cubicBezTo>
                      <a:pt x="931" y="1"/>
                      <a:pt x="724" y="58"/>
                      <a:pt x="535" y="178"/>
                    </a:cubicBezTo>
                    <a:cubicBezTo>
                      <a:pt x="1" y="508"/>
                      <a:pt x="269" y="939"/>
                      <a:pt x="598" y="1474"/>
                    </a:cubicBezTo>
                    <a:cubicBezTo>
                      <a:pt x="857" y="1855"/>
                      <a:pt x="1079" y="2195"/>
                      <a:pt x="1394" y="2195"/>
                    </a:cubicBezTo>
                    <a:cubicBezTo>
                      <a:pt x="1403" y="2195"/>
                      <a:pt x="1412" y="2195"/>
                      <a:pt x="1421" y="2194"/>
                    </a:cubicBezTo>
                    <a:cubicBezTo>
                      <a:pt x="721" y="1660"/>
                      <a:pt x="557" y="1350"/>
                      <a:pt x="2058" y="486"/>
                    </a:cubicBezTo>
                    <a:cubicBezTo>
                      <a:pt x="1837" y="173"/>
                      <a:pt x="1491" y="1"/>
                      <a:pt x="11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1" name="Google Shape;4621;p43"/>
              <p:cNvSpPr/>
              <p:nvPr/>
            </p:nvSpPr>
            <p:spPr>
              <a:xfrm>
                <a:off x="5772332" y="2563778"/>
                <a:ext cx="55040" cy="49605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300" extrusionOk="0">
                    <a:moveTo>
                      <a:pt x="1217" y="1"/>
                    </a:moveTo>
                    <a:cubicBezTo>
                      <a:pt x="989" y="1"/>
                      <a:pt x="758" y="67"/>
                      <a:pt x="557" y="206"/>
                    </a:cubicBezTo>
                    <a:cubicBezTo>
                      <a:pt x="0" y="557"/>
                      <a:pt x="288" y="1010"/>
                      <a:pt x="659" y="1544"/>
                    </a:cubicBezTo>
                    <a:cubicBezTo>
                      <a:pt x="918" y="1955"/>
                      <a:pt x="1155" y="2300"/>
                      <a:pt x="1486" y="2300"/>
                    </a:cubicBezTo>
                    <a:cubicBezTo>
                      <a:pt x="1602" y="2300"/>
                      <a:pt x="1729" y="2257"/>
                      <a:pt x="1873" y="2162"/>
                    </a:cubicBezTo>
                    <a:cubicBezTo>
                      <a:pt x="2408" y="1791"/>
                      <a:pt x="2551" y="1070"/>
                      <a:pt x="2181" y="516"/>
                    </a:cubicBezTo>
                    <a:cubicBezTo>
                      <a:pt x="1963" y="182"/>
                      <a:pt x="1594" y="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2" name="Google Shape;4622;p43"/>
              <p:cNvSpPr/>
              <p:nvPr/>
            </p:nvSpPr>
            <p:spPr>
              <a:xfrm>
                <a:off x="5769247" y="2561427"/>
                <a:ext cx="5279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195" extrusionOk="0">
                    <a:moveTo>
                      <a:pt x="1157" y="1"/>
                    </a:moveTo>
                    <a:cubicBezTo>
                      <a:pt x="942" y="1"/>
                      <a:pt x="726" y="62"/>
                      <a:pt x="535" y="192"/>
                    </a:cubicBezTo>
                    <a:cubicBezTo>
                      <a:pt x="0" y="543"/>
                      <a:pt x="288" y="954"/>
                      <a:pt x="617" y="1489"/>
                    </a:cubicBezTo>
                    <a:cubicBezTo>
                      <a:pt x="876" y="1870"/>
                      <a:pt x="1113" y="2194"/>
                      <a:pt x="1428" y="2194"/>
                    </a:cubicBezTo>
                    <a:cubicBezTo>
                      <a:pt x="1537" y="2194"/>
                      <a:pt x="1656" y="2155"/>
                      <a:pt x="1789" y="2065"/>
                    </a:cubicBezTo>
                    <a:cubicBezTo>
                      <a:pt x="2304" y="1714"/>
                      <a:pt x="2447" y="1015"/>
                      <a:pt x="2098" y="501"/>
                    </a:cubicBezTo>
                    <a:cubicBezTo>
                      <a:pt x="1878" y="178"/>
                      <a:pt x="1520" y="1"/>
                      <a:pt x="1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3" name="Google Shape;4623;p43"/>
              <p:cNvSpPr/>
              <p:nvPr/>
            </p:nvSpPr>
            <p:spPr>
              <a:xfrm>
                <a:off x="5769247" y="2561384"/>
                <a:ext cx="44386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2192" extrusionOk="0">
                    <a:moveTo>
                      <a:pt x="1146" y="1"/>
                    </a:moveTo>
                    <a:cubicBezTo>
                      <a:pt x="934" y="1"/>
                      <a:pt x="722" y="62"/>
                      <a:pt x="535" y="194"/>
                    </a:cubicBezTo>
                    <a:cubicBezTo>
                      <a:pt x="0" y="545"/>
                      <a:pt x="288" y="956"/>
                      <a:pt x="617" y="1491"/>
                    </a:cubicBezTo>
                    <a:cubicBezTo>
                      <a:pt x="876" y="1870"/>
                      <a:pt x="1117" y="2191"/>
                      <a:pt x="1432" y="2191"/>
                    </a:cubicBezTo>
                    <a:cubicBezTo>
                      <a:pt x="1441" y="2191"/>
                      <a:pt x="1450" y="2191"/>
                      <a:pt x="1460" y="2190"/>
                    </a:cubicBezTo>
                    <a:cubicBezTo>
                      <a:pt x="741" y="1675"/>
                      <a:pt x="576" y="1367"/>
                      <a:pt x="2057" y="462"/>
                    </a:cubicBezTo>
                    <a:cubicBezTo>
                      <a:pt x="1839" y="167"/>
                      <a:pt x="1494" y="1"/>
                      <a:pt x="1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4" name="Google Shape;4624;p43"/>
              <p:cNvSpPr/>
              <p:nvPr/>
            </p:nvSpPr>
            <p:spPr>
              <a:xfrm>
                <a:off x="5660979" y="2623132"/>
                <a:ext cx="54566" cy="49454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3" extrusionOk="0">
                    <a:moveTo>
                      <a:pt x="1180" y="0"/>
                    </a:moveTo>
                    <a:cubicBezTo>
                      <a:pt x="957" y="0"/>
                      <a:pt x="732" y="62"/>
                      <a:pt x="535" y="191"/>
                    </a:cubicBezTo>
                    <a:cubicBezTo>
                      <a:pt x="0" y="562"/>
                      <a:pt x="267" y="1014"/>
                      <a:pt x="637" y="1549"/>
                    </a:cubicBezTo>
                    <a:cubicBezTo>
                      <a:pt x="900" y="1950"/>
                      <a:pt x="1139" y="2292"/>
                      <a:pt x="1476" y="2292"/>
                    </a:cubicBezTo>
                    <a:cubicBezTo>
                      <a:pt x="1588" y="2292"/>
                      <a:pt x="1712" y="2254"/>
                      <a:pt x="1852" y="2166"/>
                    </a:cubicBezTo>
                    <a:cubicBezTo>
                      <a:pt x="2387" y="1796"/>
                      <a:pt x="2530" y="1055"/>
                      <a:pt x="2160" y="520"/>
                    </a:cubicBezTo>
                    <a:cubicBezTo>
                      <a:pt x="1939" y="183"/>
                      <a:pt x="1563" y="0"/>
                      <a:pt x="1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5" name="Google Shape;4625;p43"/>
              <p:cNvSpPr/>
              <p:nvPr/>
            </p:nvSpPr>
            <p:spPr>
              <a:xfrm>
                <a:off x="5657851" y="2620436"/>
                <a:ext cx="52387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204" extrusionOk="0">
                    <a:moveTo>
                      <a:pt x="1138" y="1"/>
                    </a:moveTo>
                    <a:cubicBezTo>
                      <a:pt x="923" y="1"/>
                      <a:pt x="706" y="63"/>
                      <a:pt x="516" y="193"/>
                    </a:cubicBezTo>
                    <a:cubicBezTo>
                      <a:pt x="1" y="542"/>
                      <a:pt x="269" y="975"/>
                      <a:pt x="598" y="1488"/>
                    </a:cubicBezTo>
                    <a:cubicBezTo>
                      <a:pt x="860" y="1875"/>
                      <a:pt x="1100" y="2203"/>
                      <a:pt x="1421" y="2203"/>
                    </a:cubicBezTo>
                    <a:cubicBezTo>
                      <a:pt x="1527" y="2203"/>
                      <a:pt x="1642" y="2167"/>
                      <a:pt x="1770" y="2086"/>
                    </a:cubicBezTo>
                    <a:cubicBezTo>
                      <a:pt x="2285" y="1735"/>
                      <a:pt x="2428" y="1036"/>
                      <a:pt x="2079" y="501"/>
                    </a:cubicBezTo>
                    <a:cubicBezTo>
                      <a:pt x="1859" y="178"/>
                      <a:pt x="1501" y="1"/>
                      <a:pt x="11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6" name="Google Shape;4626;p43"/>
              <p:cNvSpPr/>
              <p:nvPr/>
            </p:nvSpPr>
            <p:spPr>
              <a:xfrm>
                <a:off x="5657851" y="2620608"/>
                <a:ext cx="43976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2184" extrusionOk="0">
                    <a:moveTo>
                      <a:pt x="1131" y="0"/>
                    </a:moveTo>
                    <a:cubicBezTo>
                      <a:pt x="918" y="0"/>
                      <a:pt x="703" y="60"/>
                      <a:pt x="516" y="185"/>
                    </a:cubicBezTo>
                    <a:cubicBezTo>
                      <a:pt x="1" y="534"/>
                      <a:pt x="269" y="967"/>
                      <a:pt x="598" y="1480"/>
                    </a:cubicBezTo>
                    <a:cubicBezTo>
                      <a:pt x="870" y="1868"/>
                      <a:pt x="1086" y="2183"/>
                      <a:pt x="1386" y="2183"/>
                    </a:cubicBezTo>
                    <a:cubicBezTo>
                      <a:pt x="1404" y="2183"/>
                      <a:pt x="1422" y="2182"/>
                      <a:pt x="1441" y="2180"/>
                    </a:cubicBezTo>
                    <a:cubicBezTo>
                      <a:pt x="721" y="1686"/>
                      <a:pt x="557" y="1378"/>
                      <a:pt x="2038" y="452"/>
                    </a:cubicBezTo>
                    <a:cubicBezTo>
                      <a:pt x="1821" y="159"/>
                      <a:pt x="1478" y="0"/>
                      <a:pt x="1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7" name="Google Shape;4627;p43"/>
              <p:cNvSpPr/>
              <p:nvPr/>
            </p:nvSpPr>
            <p:spPr>
              <a:xfrm>
                <a:off x="5533191" y="2692795"/>
                <a:ext cx="55040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292" extrusionOk="0">
                    <a:moveTo>
                      <a:pt x="1190" y="0"/>
                    </a:moveTo>
                    <a:cubicBezTo>
                      <a:pt x="967" y="0"/>
                      <a:pt x="740" y="62"/>
                      <a:pt x="536" y="190"/>
                    </a:cubicBezTo>
                    <a:cubicBezTo>
                      <a:pt x="1" y="561"/>
                      <a:pt x="289" y="1013"/>
                      <a:pt x="638" y="1548"/>
                    </a:cubicBezTo>
                    <a:cubicBezTo>
                      <a:pt x="915" y="1949"/>
                      <a:pt x="1158" y="2292"/>
                      <a:pt x="1487" y="2292"/>
                    </a:cubicBezTo>
                    <a:cubicBezTo>
                      <a:pt x="1598" y="2292"/>
                      <a:pt x="1718" y="2253"/>
                      <a:pt x="1852" y="2165"/>
                    </a:cubicBezTo>
                    <a:cubicBezTo>
                      <a:pt x="2407" y="1795"/>
                      <a:pt x="2552" y="1054"/>
                      <a:pt x="2181" y="520"/>
                    </a:cubicBezTo>
                    <a:cubicBezTo>
                      <a:pt x="1947" y="182"/>
                      <a:pt x="1574" y="0"/>
                      <a:pt x="11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8" name="Google Shape;4628;p43"/>
              <p:cNvSpPr/>
              <p:nvPr/>
            </p:nvSpPr>
            <p:spPr>
              <a:xfrm>
                <a:off x="5530064" y="2690099"/>
                <a:ext cx="52387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195" extrusionOk="0">
                    <a:moveTo>
                      <a:pt x="1154" y="1"/>
                    </a:moveTo>
                    <a:cubicBezTo>
                      <a:pt x="936" y="1"/>
                      <a:pt x="715" y="62"/>
                      <a:pt x="516" y="192"/>
                    </a:cubicBezTo>
                    <a:cubicBezTo>
                      <a:pt x="1" y="542"/>
                      <a:pt x="269" y="974"/>
                      <a:pt x="618" y="1489"/>
                    </a:cubicBezTo>
                    <a:cubicBezTo>
                      <a:pt x="878" y="1870"/>
                      <a:pt x="1104" y="2194"/>
                      <a:pt x="1412" y="2194"/>
                    </a:cubicBezTo>
                    <a:cubicBezTo>
                      <a:pt x="1520" y="2194"/>
                      <a:pt x="1637" y="2155"/>
                      <a:pt x="1770" y="2065"/>
                    </a:cubicBezTo>
                    <a:cubicBezTo>
                      <a:pt x="2305" y="1714"/>
                      <a:pt x="2428" y="1015"/>
                      <a:pt x="2099" y="501"/>
                    </a:cubicBezTo>
                    <a:cubicBezTo>
                      <a:pt x="1880" y="177"/>
                      <a:pt x="1522" y="1"/>
                      <a:pt x="1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9" name="Google Shape;4629;p43"/>
              <p:cNvSpPr/>
              <p:nvPr/>
            </p:nvSpPr>
            <p:spPr>
              <a:xfrm>
                <a:off x="5530064" y="2690250"/>
                <a:ext cx="44407" cy="47082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183" extrusionOk="0">
                    <a:moveTo>
                      <a:pt x="1140" y="0"/>
                    </a:moveTo>
                    <a:cubicBezTo>
                      <a:pt x="927" y="0"/>
                      <a:pt x="711" y="60"/>
                      <a:pt x="516" y="185"/>
                    </a:cubicBezTo>
                    <a:cubicBezTo>
                      <a:pt x="1" y="535"/>
                      <a:pt x="269" y="967"/>
                      <a:pt x="618" y="1482"/>
                    </a:cubicBezTo>
                    <a:cubicBezTo>
                      <a:pt x="878" y="1881"/>
                      <a:pt x="1118" y="2182"/>
                      <a:pt x="1432" y="2182"/>
                    </a:cubicBezTo>
                    <a:cubicBezTo>
                      <a:pt x="1442" y="2182"/>
                      <a:pt x="1452" y="2182"/>
                      <a:pt x="1462" y="2181"/>
                    </a:cubicBezTo>
                    <a:cubicBezTo>
                      <a:pt x="741" y="1666"/>
                      <a:pt x="577" y="1378"/>
                      <a:pt x="2058" y="453"/>
                    </a:cubicBezTo>
                    <a:cubicBezTo>
                      <a:pt x="1828" y="159"/>
                      <a:pt x="1488" y="0"/>
                      <a:pt x="11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0" name="Google Shape;4630;p43"/>
              <p:cNvSpPr/>
              <p:nvPr/>
            </p:nvSpPr>
            <p:spPr>
              <a:xfrm>
                <a:off x="5880169" y="2508220"/>
                <a:ext cx="54566" cy="4943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292" extrusionOk="0">
                    <a:moveTo>
                      <a:pt x="1181" y="0"/>
                    </a:moveTo>
                    <a:cubicBezTo>
                      <a:pt x="957" y="0"/>
                      <a:pt x="732" y="62"/>
                      <a:pt x="535" y="190"/>
                    </a:cubicBezTo>
                    <a:cubicBezTo>
                      <a:pt x="0" y="561"/>
                      <a:pt x="267" y="1013"/>
                      <a:pt x="637" y="1548"/>
                    </a:cubicBezTo>
                    <a:cubicBezTo>
                      <a:pt x="914" y="1949"/>
                      <a:pt x="1157" y="2292"/>
                      <a:pt x="1487" y="2292"/>
                    </a:cubicBezTo>
                    <a:cubicBezTo>
                      <a:pt x="1597" y="2292"/>
                      <a:pt x="1717" y="2253"/>
                      <a:pt x="1852" y="2165"/>
                    </a:cubicBezTo>
                    <a:cubicBezTo>
                      <a:pt x="2387" y="1795"/>
                      <a:pt x="2530" y="1054"/>
                      <a:pt x="2181" y="519"/>
                    </a:cubicBezTo>
                    <a:cubicBezTo>
                      <a:pt x="1947" y="182"/>
                      <a:pt x="1565" y="0"/>
                      <a:pt x="1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1" name="Google Shape;4631;p43"/>
              <p:cNvSpPr/>
              <p:nvPr/>
            </p:nvSpPr>
            <p:spPr>
              <a:xfrm>
                <a:off x="5877042" y="2505718"/>
                <a:ext cx="52366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194" extrusionOk="0">
                    <a:moveTo>
                      <a:pt x="1140" y="0"/>
                    </a:moveTo>
                    <a:cubicBezTo>
                      <a:pt x="924" y="0"/>
                      <a:pt x="707" y="60"/>
                      <a:pt x="515" y="183"/>
                    </a:cubicBezTo>
                    <a:cubicBezTo>
                      <a:pt x="0" y="533"/>
                      <a:pt x="269" y="965"/>
                      <a:pt x="617" y="1480"/>
                    </a:cubicBezTo>
                    <a:cubicBezTo>
                      <a:pt x="881" y="1865"/>
                      <a:pt x="1109" y="2193"/>
                      <a:pt x="1424" y="2193"/>
                    </a:cubicBezTo>
                    <a:cubicBezTo>
                      <a:pt x="1528" y="2193"/>
                      <a:pt x="1642" y="2157"/>
                      <a:pt x="1770" y="2076"/>
                    </a:cubicBezTo>
                    <a:cubicBezTo>
                      <a:pt x="2285" y="1727"/>
                      <a:pt x="2428" y="1027"/>
                      <a:pt x="2079" y="492"/>
                    </a:cubicBezTo>
                    <a:cubicBezTo>
                      <a:pt x="1859" y="169"/>
                      <a:pt x="1502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2" name="Google Shape;4632;p43"/>
              <p:cNvSpPr/>
              <p:nvPr/>
            </p:nvSpPr>
            <p:spPr>
              <a:xfrm>
                <a:off x="5877042" y="2505697"/>
                <a:ext cx="43955" cy="47103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184" extrusionOk="0">
                    <a:moveTo>
                      <a:pt x="1124" y="0"/>
                    </a:moveTo>
                    <a:cubicBezTo>
                      <a:pt x="913" y="0"/>
                      <a:pt x="701" y="60"/>
                      <a:pt x="515" y="184"/>
                    </a:cubicBezTo>
                    <a:cubicBezTo>
                      <a:pt x="0" y="534"/>
                      <a:pt x="269" y="966"/>
                      <a:pt x="617" y="1481"/>
                    </a:cubicBezTo>
                    <a:cubicBezTo>
                      <a:pt x="870" y="1869"/>
                      <a:pt x="1085" y="2184"/>
                      <a:pt x="1403" y="2184"/>
                    </a:cubicBezTo>
                    <a:cubicBezTo>
                      <a:pt x="1422" y="2184"/>
                      <a:pt x="1442" y="2183"/>
                      <a:pt x="1462" y="2180"/>
                    </a:cubicBezTo>
                    <a:cubicBezTo>
                      <a:pt x="741" y="1686"/>
                      <a:pt x="557" y="1377"/>
                      <a:pt x="2038" y="472"/>
                    </a:cubicBezTo>
                    <a:cubicBezTo>
                      <a:pt x="1819" y="164"/>
                      <a:pt x="1473" y="0"/>
                      <a:pt x="11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3" name="Google Shape;4633;p43"/>
              <p:cNvSpPr/>
              <p:nvPr/>
            </p:nvSpPr>
            <p:spPr>
              <a:xfrm>
                <a:off x="7394035" y="1958486"/>
                <a:ext cx="52797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7" extrusionOk="0">
                    <a:moveTo>
                      <a:pt x="1100" y="1"/>
                    </a:moveTo>
                    <a:cubicBezTo>
                      <a:pt x="931" y="1"/>
                      <a:pt x="760" y="35"/>
                      <a:pt x="596" y="109"/>
                    </a:cubicBezTo>
                    <a:cubicBezTo>
                      <a:pt x="1" y="397"/>
                      <a:pt x="226" y="869"/>
                      <a:pt x="514" y="1467"/>
                    </a:cubicBezTo>
                    <a:cubicBezTo>
                      <a:pt x="728" y="1942"/>
                      <a:pt x="929" y="2327"/>
                      <a:pt x="1304" y="2327"/>
                    </a:cubicBezTo>
                    <a:cubicBezTo>
                      <a:pt x="1399" y="2327"/>
                      <a:pt x="1505" y="2302"/>
                      <a:pt x="1625" y="2248"/>
                    </a:cubicBezTo>
                    <a:cubicBezTo>
                      <a:pt x="2201" y="1960"/>
                      <a:pt x="2448" y="1261"/>
                      <a:pt x="2181" y="663"/>
                    </a:cubicBezTo>
                    <a:cubicBezTo>
                      <a:pt x="1972" y="245"/>
                      <a:pt x="1546" y="1"/>
                      <a:pt x="1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4" name="Google Shape;4634;p43"/>
              <p:cNvSpPr/>
              <p:nvPr/>
            </p:nvSpPr>
            <p:spPr>
              <a:xfrm>
                <a:off x="7396235" y="1965064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4" y="0"/>
                    </a:moveTo>
                    <a:cubicBezTo>
                      <a:pt x="889" y="0"/>
                      <a:pt x="720" y="36"/>
                      <a:pt x="557" y="112"/>
                    </a:cubicBezTo>
                    <a:cubicBezTo>
                      <a:pt x="1" y="380"/>
                      <a:pt x="206" y="832"/>
                      <a:pt x="475" y="1408"/>
                    </a:cubicBezTo>
                    <a:cubicBezTo>
                      <a:pt x="687" y="1851"/>
                      <a:pt x="875" y="2228"/>
                      <a:pt x="1233" y="2228"/>
                    </a:cubicBezTo>
                    <a:cubicBezTo>
                      <a:pt x="1325" y="2228"/>
                      <a:pt x="1427" y="2203"/>
                      <a:pt x="1544" y="2149"/>
                    </a:cubicBezTo>
                    <a:cubicBezTo>
                      <a:pt x="2099" y="1881"/>
                      <a:pt x="2346" y="1203"/>
                      <a:pt x="2058" y="646"/>
                    </a:cubicBezTo>
                    <a:cubicBezTo>
                      <a:pt x="1867" y="233"/>
                      <a:pt x="1473" y="0"/>
                      <a:pt x="10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5" name="Google Shape;4635;p43"/>
              <p:cNvSpPr/>
              <p:nvPr/>
            </p:nvSpPr>
            <p:spPr>
              <a:xfrm>
                <a:off x="7398478" y="1971901"/>
                <a:ext cx="47470" cy="41215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1" extrusionOk="0">
                    <a:moveTo>
                      <a:pt x="185" y="0"/>
                    </a:moveTo>
                    <a:lnTo>
                      <a:pt x="185" y="0"/>
                    </a:lnTo>
                    <a:cubicBezTo>
                      <a:pt x="0" y="269"/>
                      <a:pt x="165" y="659"/>
                      <a:pt x="371" y="1091"/>
                    </a:cubicBezTo>
                    <a:cubicBezTo>
                      <a:pt x="583" y="1534"/>
                      <a:pt x="771" y="1911"/>
                      <a:pt x="1129" y="1911"/>
                    </a:cubicBezTo>
                    <a:cubicBezTo>
                      <a:pt x="1221" y="1911"/>
                      <a:pt x="1323" y="1886"/>
                      <a:pt x="1440" y="1832"/>
                    </a:cubicBezTo>
                    <a:cubicBezTo>
                      <a:pt x="1975" y="1564"/>
                      <a:pt x="2201" y="927"/>
                      <a:pt x="1975" y="371"/>
                    </a:cubicBezTo>
                    <a:lnTo>
                      <a:pt x="1975" y="371"/>
                    </a:lnTo>
                    <a:cubicBezTo>
                      <a:pt x="1352" y="703"/>
                      <a:pt x="953" y="851"/>
                      <a:pt x="694" y="851"/>
                    </a:cubicBezTo>
                    <a:cubicBezTo>
                      <a:pt x="312" y="851"/>
                      <a:pt x="234" y="5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6" name="Google Shape;4636;p43"/>
              <p:cNvSpPr/>
              <p:nvPr/>
            </p:nvSpPr>
            <p:spPr>
              <a:xfrm>
                <a:off x="7286198" y="2024590"/>
                <a:ext cx="52840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2327" extrusionOk="0">
                    <a:moveTo>
                      <a:pt x="1090" y="1"/>
                    </a:moveTo>
                    <a:cubicBezTo>
                      <a:pt x="923" y="1"/>
                      <a:pt x="755" y="36"/>
                      <a:pt x="598" y="108"/>
                    </a:cubicBezTo>
                    <a:cubicBezTo>
                      <a:pt x="1" y="396"/>
                      <a:pt x="228" y="870"/>
                      <a:pt x="494" y="1466"/>
                    </a:cubicBezTo>
                    <a:cubicBezTo>
                      <a:pt x="724" y="1943"/>
                      <a:pt x="928" y="2327"/>
                      <a:pt x="1293" y="2327"/>
                    </a:cubicBezTo>
                    <a:cubicBezTo>
                      <a:pt x="1386" y="2327"/>
                      <a:pt x="1489" y="2302"/>
                      <a:pt x="1605" y="2248"/>
                    </a:cubicBezTo>
                    <a:cubicBezTo>
                      <a:pt x="2203" y="1960"/>
                      <a:pt x="2450" y="1260"/>
                      <a:pt x="2162" y="665"/>
                    </a:cubicBezTo>
                    <a:cubicBezTo>
                      <a:pt x="1967" y="246"/>
                      <a:pt x="1533" y="1"/>
                      <a:pt x="10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43"/>
              <p:cNvSpPr/>
              <p:nvPr/>
            </p:nvSpPr>
            <p:spPr>
              <a:xfrm>
                <a:off x="7288441" y="2031169"/>
                <a:ext cx="50144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28" extrusionOk="0">
                    <a:moveTo>
                      <a:pt x="1044" y="1"/>
                    </a:moveTo>
                    <a:cubicBezTo>
                      <a:pt x="879" y="1"/>
                      <a:pt x="712" y="37"/>
                      <a:pt x="555" y="113"/>
                    </a:cubicBezTo>
                    <a:cubicBezTo>
                      <a:pt x="0" y="379"/>
                      <a:pt x="206" y="832"/>
                      <a:pt x="473" y="1408"/>
                    </a:cubicBezTo>
                    <a:cubicBezTo>
                      <a:pt x="686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9"/>
                    </a:cubicBezTo>
                    <a:cubicBezTo>
                      <a:pt x="2099" y="1882"/>
                      <a:pt x="2324" y="1202"/>
                      <a:pt x="2058" y="648"/>
                    </a:cubicBezTo>
                    <a:cubicBezTo>
                      <a:pt x="1865" y="234"/>
                      <a:pt x="1462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8" name="Google Shape;4638;p43"/>
              <p:cNvSpPr/>
              <p:nvPr/>
            </p:nvSpPr>
            <p:spPr>
              <a:xfrm>
                <a:off x="7290640" y="203802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186" y="0"/>
                    </a:moveTo>
                    <a:cubicBezTo>
                      <a:pt x="0" y="267"/>
                      <a:pt x="165" y="659"/>
                      <a:pt x="371" y="1090"/>
                    </a:cubicBezTo>
                    <a:cubicBezTo>
                      <a:pt x="584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1"/>
                    </a:cubicBezTo>
                    <a:cubicBezTo>
                      <a:pt x="1975" y="1564"/>
                      <a:pt x="2203" y="925"/>
                      <a:pt x="1975" y="371"/>
                    </a:cubicBezTo>
                    <a:lnTo>
                      <a:pt x="1975" y="371"/>
                    </a:lnTo>
                    <a:cubicBezTo>
                      <a:pt x="1353" y="703"/>
                      <a:pt x="955" y="850"/>
                      <a:pt x="696" y="850"/>
                    </a:cubicBezTo>
                    <a:cubicBezTo>
                      <a:pt x="314" y="850"/>
                      <a:pt x="236" y="528"/>
                      <a:pt x="1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9" name="Google Shape;4639;p43"/>
              <p:cNvSpPr/>
              <p:nvPr/>
            </p:nvSpPr>
            <p:spPr>
              <a:xfrm>
                <a:off x="7161537" y="2098869"/>
                <a:ext cx="52819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337" extrusionOk="0">
                    <a:moveTo>
                      <a:pt x="1107" y="0"/>
                    </a:moveTo>
                    <a:cubicBezTo>
                      <a:pt x="934" y="0"/>
                      <a:pt x="760" y="39"/>
                      <a:pt x="597" y="120"/>
                    </a:cubicBezTo>
                    <a:cubicBezTo>
                      <a:pt x="1" y="408"/>
                      <a:pt x="226" y="882"/>
                      <a:pt x="494" y="1478"/>
                    </a:cubicBezTo>
                    <a:cubicBezTo>
                      <a:pt x="726" y="1940"/>
                      <a:pt x="930" y="2337"/>
                      <a:pt x="1300" y="2337"/>
                    </a:cubicBezTo>
                    <a:cubicBezTo>
                      <a:pt x="1391" y="2337"/>
                      <a:pt x="1492" y="2313"/>
                      <a:pt x="1605" y="2260"/>
                    </a:cubicBezTo>
                    <a:cubicBezTo>
                      <a:pt x="2201" y="1972"/>
                      <a:pt x="2448" y="1272"/>
                      <a:pt x="2160" y="677"/>
                    </a:cubicBezTo>
                    <a:cubicBezTo>
                      <a:pt x="1969" y="248"/>
                      <a:pt x="1544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0" name="Google Shape;4640;p43"/>
              <p:cNvSpPr/>
              <p:nvPr/>
            </p:nvSpPr>
            <p:spPr>
              <a:xfrm>
                <a:off x="7163737" y="2105512"/>
                <a:ext cx="50188" cy="48246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237" extrusionOk="0">
                    <a:moveTo>
                      <a:pt x="1052" y="1"/>
                    </a:moveTo>
                    <a:cubicBezTo>
                      <a:pt x="885" y="1"/>
                      <a:pt x="716" y="39"/>
                      <a:pt x="557" y="122"/>
                    </a:cubicBezTo>
                    <a:cubicBezTo>
                      <a:pt x="1" y="388"/>
                      <a:pt x="207" y="841"/>
                      <a:pt x="475" y="1397"/>
                    </a:cubicBezTo>
                    <a:cubicBezTo>
                      <a:pt x="687" y="1856"/>
                      <a:pt x="875" y="2237"/>
                      <a:pt x="1223" y="2237"/>
                    </a:cubicBezTo>
                    <a:cubicBezTo>
                      <a:pt x="1311" y="2237"/>
                      <a:pt x="1410" y="2212"/>
                      <a:pt x="1523" y="2158"/>
                    </a:cubicBezTo>
                    <a:cubicBezTo>
                      <a:pt x="2099" y="1870"/>
                      <a:pt x="2326" y="1211"/>
                      <a:pt x="2058" y="635"/>
                    </a:cubicBezTo>
                    <a:cubicBezTo>
                      <a:pt x="1868" y="240"/>
                      <a:pt x="1467" y="1"/>
                      <a:pt x="10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1" name="Google Shape;4641;p43"/>
              <p:cNvSpPr/>
              <p:nvPr/>
            </p:nvSpPr>
            <p:spPr>
              <a:xfrm>
                <a:off x="7165980" y="2112564"/>
                <a:ext cx="47470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910" extrusionOk="0">
                    <a:moveTo>
                      <a:pt x="185" y="1"/>
                    </a:moveTo>
                    <a:cubicBezTo>
                      <a:pt x="0" y="267"/>
                      <a:pt x="165" y="637"/>
                      <a:pt x="371" y="1070"/>
                    </a:cubicBezTo>
                    <a:cubicBezTo>
                      <a:pt x="583" y="1529"/>
                      <a:pt x="771" y="1910"/>
                      <a:pt x="1119" y="1910"/>
                    </a:cubicBezTo>
                    <a:cubicBezTo>
                      <a:pt x="1207" y="1910"/>
                      <a:pt x="1306" y="1885"/>
                      <a:pt x="1419" y="1831"/>
                    </a:cubicBezTo>
                    <a:cubicBezTo>
                      <a:pt x="1975" y="1564"/>
                      <a:pt x="2201" y="925"/>
                      <a:pt x="1975" y="371"/>
                    </a:cubicBezTo>
                    <a:lnTo>
                      <a:pt x="1975" y="371"/>
                    </a:lnTo>
                    <a:cubicBezTo>
                      <a:pt x="1350" y="695"/>
                      <a:pt x="951" y="841"/>
                      <a:pt x="692" y="841"/>
                    </a:cubicBezTo>
                    <a:cubicBezTo>
                      <a:pt x="312" y="841"/>
                      <a:pt x="234" y="526"/>
                      <a:pt x="1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2" name="Google Shape;4642;p43"/>
              <p:cNvSpPr/>
              <p:nvPr/>
            </p:nvSpPr>
            <p:spPr>
              <a:xfrm>
                <a:off x="7496977" y="1894150"/>
                <a:ext cx="52366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27" extrusionOk="0">
                    <a:moveTo>
                      <a:pt x="1077" y="1"/>
                    </a:moveTo>
                    <a:cubicBezTo>
                      <a:pt x="909" y="1"/>
                      <a:pt x="739" y="35"/>
                      <a:pt x="576" y="108"/>
                    </a:cubicBezTo>
                    <a:cubicBezTo>
                      <a:pt x="0" y="396"/>
                      <a:pt x="206" y="870"/>
                      <a:pt x="494" y="1466"/>
                    </a:cubicBezTo>
                    <a:cubicBezTo>
                      <a:pt x="707" y="1942"/>
                      <a:pt x="907" y="2327"/>
                      <a:pt x="1282" y="2327"/>
                    </a:cubicBezTo>
                    <a:cubicBezTo>
                      <a:pt x="1377" y="2327"/>
                      <a:pt x="1484" y="2302"/>
                      <a:pt x="1605" y="2248"/>
                    </a:cubicBezTo>
                    <a:cubicBezTo>
                      <a:pt x="2181" y="1960"/>
                      <a:pt x="2428" y="1260"/>
                      <a:pt x="2160" y="664"/>
                    </a:cubicBezTo>
                    <a:cubicBezTo>
                      <a:pt x="1950" y="246"/>
                      <a:pt x="1523" y="1"/>
                      <a:pt x="1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3" name="Google Shape;4643;p43"/>
              <p:cNvSpPr/>
              <p:nvPr/>
            </p:nvSpPr>
            <p:spPr>
              <a:xfrm>
                <a:off x="7498745" y="1900728"/>
                <a:ext cx="50597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28" extrusionOk="0">
                    <a:moveTo>
                      <a:pt x="1053" y="0"/>
                    </a:moveTo>
                    <a:cubicBezTo>
                      <a:pt x="887" y="0"/>
                      <a:pt x="718" y="37"/>
                      <a:pt x="555" y="112"/>
                    </a:cubicBezTo>
                    <a:cubicBezTo>
                      <a:pt x="1" y="379"/>
                      <a:pt x="206" y="832"/>
                      <a:pt x="473" y="1408"/>
                    </a:cubicBezTo>
                    <a:cubicBezTo>
                      <a:pt x="687" y="1851"/>
                      <a:pt x="873" y="2228"/>
                      <a:pt x="1231" y="2228"/>
                    </a:cubicBezTo>
                    <a:cubicBezTo>
                      <a:pt x="1322" y="2228"/>
                      <a:pt x="1425" y="2203"/>
                      <a:pt x="1543" y="2148"/>
                    </a:cubicBezTo>
                    <a:cubicBezTo>
                      <a:pt x="2099" y="1882"/>
                      <a:pt x="2346" y="1202"/>
                      <a:pt x="2078" y="647"/>
                    </a:cubicBezTo>
                    <a:cubicBezTo>
                      <a:pt x="1871" y="234"/>
                      <a:pt x="1474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4" name="Google Shape;4644;p43"/>
              <p:cNvSpPr/>
              <p:nvPr/>
            </p:nvSpPr>
            <p:spPr>
              <a:xfrm>
                <a:off x="7500945" y="1907587"/>
                <a:ext cx="47513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10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59"/>
                      <a:pt x="371" y="1090"/>
                    </a:cubicBezTo>
                    <a:cubicBezTo>
                      <a:pt x="585" y="1533"/>
                      <a:pt x="771" y="1910"/>
                      <a:pt x="1129" y="1910"/>
                    </a:cubicBezTo>
                    <a:cubicBezTo>
                      <a:pt x="1220" y="1910"/>
                      <a:pt x="1323" y="1885"/>
                      <a:pt x="1441" y="1830"/>
                    </a:cubicBezTo>
                    <a:cubicBezTo>
                      <a:pt x="1976" y="1564"/>
                      <a:pt x="2203" y="925"/>
                      <a:pt x="1976" y="370"/>
                    </a:cubicBezTo>
                    <a:lnTo>
                      <a:pt x="1976" y="370"/>
                    </a:lnTo>
                    <a:cubicBezTo>
                      <a:pt x="1353" y="703"/>
                      <a:pt x="955" y="850"/>
                      <a:pt x="698" y="850"/>
                    </a:cubicBezTo>
                    <a:cubicBezTo>
                      <a:pt x="317" y="850"/>
                      <a:pt x="244" y="52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5" name="Google Shape;4645;p43"/>
              <p:cNvSpPr/>
              <p:nvPr/>
            </p:nvSpPr>
            <p:spPr>
              <a:xfrm>
                <a:off x="6922828" y="2236319"/>
                <a:ext cx="51935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2321" extrusionOk="0">
                    <a:moveTo>
                      <a:pt x="1060" y="1"/>
                    </a:moveTo>
                    <a:cubicBezTo>
                      <a:pt x="898" y="1"/>
                      <a:pt x="734" y="34"/>
                      <a:pt x="577" y="105"/>
                    </a:cubicBezTo>
                    <a:cubicBezTo>
                      <a:pt x="1" y="372"/>
                      <a:pt x="185" y="865"/>
                      <a:pt x="453" y="1441"/>
                    </a:cubicBezTo>
                    <a:cubicBezTo>
                      <a:pt x="668" y="1922"/>
                      <a:pt x="869" y="2321"/>
                      <a:pt x="1239" y="2321"/>
                    </a:cubicBezTo>
                    <a:cubicBezTo>
                      <a:pt x="1329" y="2321"/>
                      <a:pt x="1430" y="2297"/>
                      <a:pt x="1543" y="2245"/>
                    </a:cubicBezTo>
                    <a:cubicBezTo>
                      <a:pt x="2140" y="1976"/>
                      <a:pt x="2407" y="1298"/>
                      <a:pt x="2140" y="701"/>
                    </a:cubicBezTo>
                    <a:cubicBezTo>
                      <a:pt x="1943" y="262"/>
                      <a:pt x="1511" y="1"/>
                      <a:pt x="10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6" name="Google Shape;4646;p43"/>
              <p:cNvSpPr/>
              <p:nvPr/>
            </p:nvSpPr>
            <p:spPr>
              <a:xfrm>
                <a:off x="6924618" y="2242724"/>
                <a:ext cx="49713" cy="48354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42" extrusionOk="0">
                    <a:moveTo>
                      <a:pt x="1015" y="1"/>
                    </a:moveTo>
                    <a:cubicBezTo>
                      <a:pt x="862" y="1"/>
                      <a:pt x="705" y="32"/>
                      <a:pt x="555" y="96"/>
                    </a:cubicBezTo>
                    <a:cubicBezTo>
                      <a:pt x="0" y="363"/>
                      <a:pt x="185" y="837"/>
                      <a:pt x="431" y="1391"/>
                    </a:cubicBezTo>
                    <a:cubicBezTo>
                      <a:pt x="648" y="1857"/>
                      <a:pt x="837" y="2242"/>
                      <a:pt x="1195" y="2242"/>
                    </a:cubicBezTo>
                    <a:cubicBezTo>
                      <a:pt x="1280" y="2242"/>
                      <a:pt x="1375" y="2220"/>
                      <a:pt x="1481" y="2173"/>
                    </a:cubicBezTo>
                    <a:cubicBezTo>
                      <a:pt x="2057" y="1906"/>
                      <a:pt x="2304" y="1248"/>
                      <a:pt x="2057" y="672"/>
                    </a:cubicBezTo>
                    <a:cubicBezTo>
                      <a:pt x="1859" y="247"/>
                      <a:pt x="1448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7" name="Google Shape;4647;p43"/>
              <p:cNvSpPr/>
              <p:nvPr/>
            </p:nvSpPr>
            <p:spPr>
              <a:xfrm>
                <a:off x="6926818" y="2249216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186" y="1"/>
                    </a:moveTo>
                    <a:cubicBezTo>
                      <a:pt x="0" y="267"/>
                      <a:pt x="145" y="659"/>
                      <a:pt x="329" y="1090"/>
                    </a:cubicBezTo>
                    <a:cubicBezTo>
                      <a:pt x="546" y="1556"/>
                      <a:pt x="735" y="1941"/>
                      <a:pt x="1093" y="1941"/>
                    </a:cubicBezTo>
                    <a:cubicBezTo>
                      <a:pt x="1178" y="1941"/>
                      <a:pt x="1273" y="1919"/>
                      <a:pt x="1379" y="1872"/>
                    </a:cubicBezTo>
                    <a:cubicBezTo>
                      <a:pt x="1934" y="1625"/>
                      <a:pt x="2181" y="988"/>
                      <a:pt x="1955" y="432"/>
                    </a:cubicBezTo>
                    <a:lnTo>
                      <a:pt x="1955" y="432"/>
                    </a:lnTo>
                    <a:cubicBezTo>
                      <a:pt x="1344" y="730"/>
                      <a:pt x="949" y="864"/>
                      <a:pt x="692" y="864"/>
                    </a:cubicBezTo>
                    <a:cubicBezTo>
                      <a:pt x="291" y="864"/>
                      <a:pt x="223" y="539"/>
                      <a:pt x="1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8" name="Google Shape;4648;p43"/>
              <p:cNvSpPr/>
              <p:nvPr/>
            </p:nvSpPr>
            <p:spPr>
              <a:xfrm>
                <a:off x="6813222" y="2299770"/>
                <a:ext cx="52387" cy="50058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1" extrusionOk="0">
                    <a:moveTo>
                      <a:pt x="1080" y="1"/>
                    </a:moveTo>
                    <a:cubicBezTo>
                      <a:pt x="919" y="1"/>
                      <a:pt x="755" y="34"/>
                      <a:pt x="598" y="104"/>
                    </a:cubicBezTo>
                    <a:cubicBezTo>
                      <a:pt x="1" y="372"/>
                      <a:pt x="206" y="845"/>
                      <a:pt x="475" y="1442"/>
                    </a:cubicBezTo>
                    <a:cubicBezTo>
                      <a:pt x="689" y="1921"/>
                      <a:pt x="877" y="2320"/>
                      <a:pt x="1252" y="2320"/>
                    </a:cubicBezTo>
                    <a:cubicBezTo>
                      <a:pt x="1344" y="2320"/>
                      <a:pt x="1447" y="2296"/>
                      <a:pt x="1564" y="2244"/>
                    </a:cubicBezTo>
                    <a:cubicBezTo>
                      <a:pt x="2162" y="1977"/>
                      <a:pt x="2428" y="1278"/>
                      <a:pt x="2162" y="701"/>
                    </a:cubicBezTo>
                    <a:cubicBezTo>
                      <a:pt x="1964" y="261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9" name="Google Shape;4649;p43"/>
              <p:cNvSpPr/>
              <p:nvPr/>
            </p:nvSpPr>
            <p:spPr>
              <a:xfrm>
                <a:off x="6815012" y="2306154"/>
                <a:ext cx="50166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233" extrusionOk="0">
                    <a:moveTo>
                      <a:pt x="1027" y="1"/>
                    </a:moveTo>
                    <a:cubicBezTo>
                      <a:pt x="875" y="1"/>
                      <a:pt x="721" y="32"/>
                      <a:pt x="576" y="96"/>
                    </a:cubicBezTo>
                    <a:cubicBezTo>
                      <a:pt x="0" y="364"/>
                      <a:pt x="186" y="817"/>
                      <a:pt x="453" y="1393"/>
                    </a:cubicBezTo>
                    <a:cubicBezTo>
                      <a:pt x="649" y="1852"/>
                      <a:pt x="833" y="2233"/>
                      <a:pt x="1192" y="2233"/>
                    </a:cubicBezTo>
                    <a:cubicBezTo>
                      <a:pt x="1283" y="2233"/>
                      <a:pt x="1386" y="2208"/>
                      <a:pt x="1503" y="2153"/>
                    </a:cubicBezTo>
                    <a:cubicBezTo>
                      <a:pt x="2057" y="1906"/>
                      <a:pt x="2325" y="1248"/>
                      <a:pt x="2057" y="672"/>
                    </a:cubicBezTo>
                    <a:cubicBezTo>
                      <a:pt x="1875" y="247"/>
                      <a:pt x="1457" y="1"/>
                      <a:pt x="10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0" name="Google Shape;4650;p43"/>
              <p:cNvSpPr/>
              <p:nvPr/>
            </p:nvSpPr>
            <p:spPr>
              <a:xfrm>
                <a:off x="6817234" y="2312646"/>
                <a:ext cx="47060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2" extrusionOk="0">
                    <a:moveTo>
                      <a:pt x="206" y="1"/>
                    </a:moveTo>
                    <a:cubicBezTo>
                      <a:pt x="1" y="269"/>
                      <a:pt x="144" y="659"/>
                      <a:pt x="350" y="1092"/>
                    </a:cubicBezTo>
                    <a:cubicBezTo>
                      <a:pt x="546" y="1551"/>
                      <a:pt x="730" y="1932"/>
                      <a:pt x="1089" y="1932"/>
                    </a:cubicBezTo>
                    <a:cubicBezTo>
                      <a:pt x="1180" y="1932"/>
                      <a:pt x="1283" y="1907"/>
                      <a:pt x="1400" y="1852"/>
                    </a:cubicBezTo>
                    <a:cubicBezTo>
                      <a:pt x="1934" y="1605"/>
                      <a:pt x="2181" y="988"/>
                      <a:pt x="1976" y="434"/>
                    </a:cubicBezTo>
                    <a:lnTo>
                      <a:pt x="1976" y="434"/>
                    </a:lnTo>
                    <a:cubicBezTo>
                      <a:pt x="1364" y="731"/>
                      <a:pt x="967" y="865"/>
                      <a:pt x="707" y="865"/>
                    </a:cubicBezTo>
                    <a:cubicBezTo>
                      <a:pt x="302" y="865"/>
                      <a:pt x="231" y="540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1" name="Google Shape;4651;p43"/>
              <p:cNvSpPr/>
              <p:nvPr/>
            </p:nvSpPr>
            <p:spPr>
              <a:xfrm>
                <a:off x="6686794" y="2370770"/>
                <a:ext cx="51913" cy="50490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41" extrusionOk="0">
                    <a:moveTo>
                      <a:pt x="1059" y="0"/>
                    </a:moveTo>
                    <a:cubicBezTo>
                      <a:pt x="897" y="0"/>
                      <a:pt x="733" y="33"/>
                      <a:pt x="576" y="104"/>
                    </a:cubicBezTo>
                    <a:cubicBezTo>
                      <a:pt x="0" y="372"/>
                      <a:pt x="185" y="866"/>
                      <a:pt x="453" y="1461"/>
                    </a:cubicBezTo>
                    <a:cubicBezTo>
                      <a:pt x="667" y="1941"/>
                      <a:pt x="869" y="2341"/>
                      <a:pt x="1239" y="2341"/>
                    </a:cubicBezTo>
                    <a:cubicBezTo>
                      <a:pt x="1329" y="2341"/>
                      <a:pt x="1429" y="2317"/>
                      <a:pt x="1543" y="2265"/>
                    </a:cubicBezTo>
                    <a:cubicBezTo>
                      <a:pt x="2140" y="1996"/>
                      <a:pt x="2407" y="1297"/>
                      <a:pt x="2140" y="701"/>
                    </a:cubicBezTo>
                    <a:cubicBezTo>
                      <a:pt x="1942" y="261"/>
                      <a:pt x="1511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2" name="Google Shape;4652;p43"/>
              <p:cNvSpPr/>
              <p:nvPr/>
            </p:nvSpPr>
            <p:spPr>
              <a:xfrm>
                <a:off x="6688562" y="2377607"/>
                <a:ext cx="49713" cy="48139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32" extrusionOk="0">
                    <a:moveTo>
                      <a:pt x="1015" y="1"/>
                    </a:moveTo>
                    <a:cubicBezTo>
                      <a:pt x="862" y="1"/>
                      <a:pt x="706" y="32"/>
                      <a:pt x="555" y="96"/>
                    </a:cubicBezTo>
                    <a:cubicBezTo>
                      <a:pt x="1" y="343"/>
                      <a:pt x="185" y="815"/>
                      <a:pt x="432" y="1391"/>
                    </a:cubicBezTo>
                    <a:cubicBezTo>
                      <a:pt x="646" y="1851"/>
                      <a:pt x="833" y="2232"/>
                      <a:pt x="1182" y="2232"/>
                    </a:cubicBezTo>
                    <a:cubicBezTo>
                      <a:pt x="1270" y="2232"/>
                      <a:pt x="1369" y="2207"/>
                      <a:pt x="1482" y="2153"/>
                    </a:cubicBezTo>
                    <a:cubicBezTo>
                      <a:pt x="2058" y="1906"/>
                      <a:pt x="2305" y="1227"/>
                      <a:pt x="2058" y="672"/>
                    </a:cubicBezTo>
                    <a:cubicBezTo>
                      <a:pt x="1860" y="247"/>
                      <a:pt x="1449" y="1"/>
                      <a:pt x="10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3" name="Google Shape;4653;p43"/>
              <p:cNvSpPr/>
              <p:nvPr/>
            </p:nvSpPr>
            <p:spPr>
              <a:xfrm>
                <a:off x="6690762" y="2384099"/>
                <a:ext cx="47060" cy="41647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31" extrusionOk="0">
                    <a:moveTo>
                      <a:pt x="187" y="1"/>
                    </a:moveTo>
                    <a:cubicBezTo>
                      <a:pt x="1" y="267"/>
                      <a:pt x="146" y="638"/>
                      <a:pt x="330" y="1090"/>
                    </a:cubicBezTo>
                    <a:cubicBezTo>
                      <a:pt x="544" y="1550"/>
                      <a:pt x="731" y="1931"/>
                      <a:pt x="1080" y="1931"/>
                    </a:cubicBezTo>
                    <a:cubicBezTo>
                      <a:pt x="1168" y="1931"/>
                      <a:pt x="1267" y="1906"/>
                      <a:pt x="1380" y="1852"/>
                    </a:cubicBezTo>
                    <a:cubicBezTo>
                      <a:pt x="1935" y="1605"/>
                      <a:pt x="2181" y="967"/>
                      <a:pt x="1956" y="412"/>
                    </a:cubicBezTo>
                    <a:lnTo>
                      <a:pt x="1956" y="412"/>
                    </a:lnTo>
                    <a:cubicBezTo>
                      <a:pt x="1338" y="721"/>
                      <a:pt x="942" y="860"/>
                      <a:pt x="685" y="860"/>
                    </a:cubicBezTo>
                    <a:cubicBezTo>
                      <a:pt x="291" y="860"/>
                      <a:pt x="224" y="535"/>
                      <a:pt x="1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4" name="Google Shape;4654;p43"/>
              <p:cNvSpPr/>
              <p:nvPr/>
            </p:nvSpPr>
            <p:spPr>
              <a:xfrm>
                <a:off x="7026654" y="2174571"/>
                <a:ext cx="52387" cy="501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5" extrusionOk="0">
                    <a:moveTo>
                      <a:pt x="1095" y="1"/>
                    </a:moveTo>
                    <a:cubicBezTo>
                      <a:pt x="928" y="1"/>
                      <a:pt x="759" y="35"/>
                      <a:pt x="597" y="108"/>
                    </a:cubicBezTo>
                    <a:cubicBezTo>
                      <a:pt x="1" y="376"/>
                      <a:pt x="207" y="848"/>
                      <a:pt x="473" y="1446"/>
                    </a:cubicBezTo>
                    <a:cubicBezTo>
                      <a:pt x="689" y="1924"/>
                      <a:pt x="876" y="2324"/>
                      <a:pt x="1251" y="2324"/>
                    </a:cubicBezTo>
                    <a:cubicBezTo>
                      <a:pt x="1343" y="2324"/>
                      <a:pt x="1447" y="2300"/>
                      <a:pt x="1564" y="2247"/>
                    </a:cubicBezTo>
                    <a:cubicBezTo>
                      <a:pt x="2160" y="1981"/>
                      <a:pt x="2428" y="1281"/>
                      <a:pt x="2160" y="684"/>
                    </a:cubicBezTo>
                    <a:cubicBezTo>
                      <a:pt x="1966" y="250"/>
                      <a:pt x="1542" y="1"/>
                      <a:pt x="10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5" name="Google Shape;4655;p43"/>
              <p:cNvSpPr/>
              <p:nvPr/>
            </p:nvSpPr>
            <p:spPr>
              <a:xfrm>
                <a:off x="7028444" y="2181041"/>
                <a:ext cx="50123" cy="4816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3" extrusionOk="0">
                    <a:moveTo>
                      <a:pt x="1036" y="0"/>
                    </a:moveTo>
                    <a:cubicBezTo>
                      <a:pt x="883" y="0"/>
                      <a:pt x="727" y="31"/>
                      <a:pt x="576" y="96"/>
                    </a:cubicBezTo>
                    <a:cubicBezTo>
                      <a:pt x="0" y="364"/>
                      <a:pt x="206" y="817"/>
                      <a:pt x="453" y="1393"/>
                    </a:cubicBezTo>
                    <a:cubicBezTo>
                      <a:pt x="665" y="1852"/>
                      <a:pt x="839" y="2232"/>
                      <a:pt x="1192" y="2232"/>
                    </a:cubicBezTo>
                    <a:cubicBezTo>
                      <a:pt x="1282" y="2232"/>
                      <a:pt x="1384" y="2207"/>
                      <a:pt x="1501" y="2153"/>
                    </a:cubicBezTo>
                    <a:cubicBezTo>
                      <a:pt x="2077" y="1906"/>
                      <a:pt x="2324" y="1228"/>
                      <a:pt x="2057" y="672"/>
                    </a:cubicBezTo>
                    <a:cubicBezTo>
                      <a:pt x="1875" y="246"/>
                      <a:pt x="1468" y="0"/>
                      <a:pt x="10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6" name="Google Shape;4656;p43"/>
              <p:cNvSpPr/>
              <p:nvPr/>
            </p:nvSpPr>
            <p:spPr>
              <a:xfrm>
                <a:off x="7030644" y="2187533"/>
                <a:ext cx="47513" cy="41668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932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0" y="269"/>
                      <a:pt x="145" y="659"/>
                      <a:pt x="351" y="1092"/>
                    </a:cubicBezTo>
                    <a:cubicBezTo>
                      <a:pt x="563" y="1551"/>
                      <a:pt x="737" y="1931"/>
                      <a:pt x="1090" y="1931"/>
                    </a:cubicBezTo>
                    <a:cubicBezTo>
                      <a:pt x="1180" y="1931"/>
                      <a:pt x="1282" y="1906"/>
                      <a:pt x="1399" y="1852"/>
                    </a:cubicBezTo>
                    <a:cubicBezTo>
                      <a:pt x="1955" y="1605"/>
                      <a:pt x="2202" y="968"/>
                      <a:pt x="1975" y="412"/>
                    </a:cubicBezTo>
                    <a:lnTo>
                      <a:pt x="1975" y="412"/>
                    </a:lnTo>
                    <a:cubicBezTo>
                      <a:pt x="1357" y="721"/>
                      <a:pt x="957" y="860"/>
                      <a:pt x="698" y="860"/>
                    </a:cubicBezTo>
                    <a:cubicBezTo>
                      <a:pt x="301" y="860"/>
                      <a:pt x="231" y="536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7" name="Google Shape;4657;p43"/>
              <p:cNvSpPr/>
              <p:nvPr/>
            </p:nvSpPr>
            <p:spPr>
              <a:xfrm>
                <a:off x="6411700" y="2510981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8" y="0"/>
                    </a:moveTo>
                    <a:cubicBezTo>
                      <a:pt x="926" y="0"/>
                      <a:pt x="759" y="33"/>
                      <a:pt x="596" y="103"/>
                    </a:cubicBezTo>
                    <a:cubicBezTo>
                      <a:pt x="1" y="350"/>
                      <a:pt x="206" y="844"/>
                      <a:pt x="473" y="1441"/>
                    </a:cubicBezTo>
                    <a:cubicBezTo>
                      <a:pt x="691" y="1927"/>
                      <a:pt x="868" y="2331"/>
                      <a:pt x="1260" y="2331"/>
                    </a:cubicBezTo>
                    <a:cubicBezTo>
                      <a:pt x="1349" y="2331"/>
                      <a:pt x="1450" y="2310"/>
                      <a:pt x="1564" y="2264"/>
                    </a:cubicBezTo>
                    <a:cubicBezTo>
                      <a:pt x="2160" y="1996"/>
                      <a:pt x="2428" y="1297"/>
                      <a:pt x="2160" y="701"/>
                    </a:cubicBezTo>
                    <a:cubicBezTo>
                      <a:pt x="1963" y="261"/>
                      <a:pt x="1543" y="0"/>
                      <a:pt x="1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8" name="Google Shape;4658;p43"/>
              <p:cNvSpPr/>
              <p:nvPr/>
            </p:nvSpPr>
            <p:spPr>
              <a:xfrm>
                <a:off x="6413469" y="2517429"/>
                <a:ext cx="50144" cy="48311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240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7" y="92"/>
                    </a:cubicBezTo>
                    <a:cubicBezTo>
                      <a:pt x="1" y="339"/>
                      <a:pt x="207" y="813"/>
                      <a:pt x="454" y="1389"/>
                    </a:cubicBezTo>
                    <a:cubicBezTo>
                      <a:pt x="653" y="1855"/>
                      <a:pt x="826" y="2240"/>
                      <a:pt x="1189" y="2240"/>
                    </a:cubicBezTo>
                    <a:cubicBezTo>
                      <a:pt x="1275" y="2240"/>
                      <a:pt x="1372" y="2218"/>
                      <a:pt x="1482" y="2171"/>
                    </a:cubicBezTo>
                    <a:cubicBezTo>
                      <a:pt x="2058" y="1924"/>
                      <a:pt x="2325" y="1245"/>
                      <a:pt x="2078" y="668"/>
                    </a:cubicBezTo>
                    <a:cubicBezTo>
                      <a:pt x="1879" y="255"/>
                      <a:pt x="1462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9" name="Google Shape;4659;p43"/>
              <p:cNvSpPr/>
              <p:nvPr/>
            </p:nvSpPr>
            <p:spPr>
              <a:xfrm>
                <a:off x="6415669" y="2523856"/>
                <a:ext cx="47060" cy="41884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42" extrusionOk="0">
                    <a:moveTo>
                      <a:pt x="207" y="0"/>
                    </a:moveTo>
                    <a:lnTo>
                      <a:pt x="207" y="0"/>
                    </a:lnTo>
                    <a:cubicBezTo>
                      <a:pt x="1" y="268"/>
                      <a:pt x="146" y="639"/>
                      <a:pt x="352" y="1091"/>
                    </a:cubicBezTo>
                    <a:cubicBezTo>
                      <a:pt x="551" y="1557"/>
                      <a:pt x="724" y="1942"/>
                      <a:pt x="1087" y="1942"/>
                    </a:cubicBezTo>
                    <a:cubicBezTo>
                      <a:pt x="1173" y="1942"/>
                      <a:pt x="1270" y="1920"/>
                      <a:pt x="1380" y="1873"/>
                    </a:cubicBezTo>
                    <a:cubicBezTo>
                      <a:pt x="1935" y="1626"/>
                      <a:pt x="2182" y="988"/>
                      <a:pt x="1976" y="433"/>
                    </a:cubicBezTo>
                    <a:lnTo>
                      <a:pt x="1976" y="433"/>
                    </a:lnTo>
                    <a:cubicBezTo>
                      <a:pt x="1365" y="730"/>
                      <a:pt x="967" y="864"/>
                      <a:pt x="707" y="864"/>
                    </a:cubicBezTo>
                    <a:cubicBezTo>
                      <a:pt x="303" y="864"/>
                      <a:pt x="232" y="539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0" name="Google Shape;4660;p43"/>
              <p:cNvSpPr/>
              <p:nvPr/>
            </p:nvSpPr>
            <p:spPr>
              <a:xfrm>
                <a:off x="6301663" y="2573160"/>
                <a:ext cx="52387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8" extrusionOk="0">
                    <a:moveTo>
                      <a:pt x="1064" y="1"/>
                    </a:moveTo>
                    <a:cubicBezTo>
                      <a:pt x="908" y="1"/>
                      <a:pt x="749" y="33"/>
                      <a:pt x="597" y="101"/>
                    </a:cubicBezTo>
                    <a:cubicBezTo>
                      <a:pt x="1" y="369"/>
                      <a:pt x="206" y="863"/>
                      <a:pt x="473" y="1458"/>
                    </a:cubicBezTo>
                    <a:cubicBezTo>
                      <a:pt x="671" y="1938"/>
                      <a:pt x="857" y="2338"/>
                      <a:pt x="1231" y="2338"/>
                    </a:cubicBezTo>
                    <a:cubicBezTo>
                      <a:pt x="1323" y="2338"/>
                      <a:pt x="1426" y="2314"/>
                      <a:pt x="1543" y="2261"/>
                    </a:cubicBezTo>
                    <a:cubicBezTo>
                      <a:pt x="2140" y="2015"/>
                      <a:pt x="2428" y="1315"/>
                      <a:pt x="2160" y="718"/>
                    </a:cubicBezTo>
                    <a:cubicBezTo>
                      <a:pt x="1961" y="274"/>
                      <a:pt x="1522" y="1"/>
                      <a:pt x="1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1" name="Google Shape;4661;p43"/>
              <p:cNvSpPr/>
              <p:nvPr/>
            </p:nvSpPr>
            <p:spPr>
              <a:xfrm>
                <a:off x="6303453" y="2579932"/>
                <a:ext cx="50123" cy="47945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23" extrusionOk="0">
                    <a:moveTo>
                      <a:pt x="1036" y="1"/>
                    </a:moveTo>
                    <a:cubicBezTo>
                      <a:pt x="883" y="1"/>
                      <a:pt x="727" y="31"/>
                      <a:pt x="576" y="96"/>
                    </a:cubicBezTo>
                    <a:cubicBezTo>
                      <a:pt x="0" y="343"/>
                      <a:pt x="206" y="815"/>
                      <a:pt x="453" y="1371"/>
                    </a:cubicBezTo>
                    <a:cubicBezTo>
                      <a:pt x="652" y="1837"/>
                      <a:pt x="825" y="2222"/>
                      <a:pt x="1188" y="2222"/>
                    </a:cubicBezTo>
                    <a:cubicBezTo>
                      <a:pt x="1274" y="2222"/>
                      <a:pt x="1371" y="2200"/>
                      <a:pt x="1481" y="2153"/>
                    </a:cubicBezTo>
                    <a:cubicBezTo>
                      <a:pt x="2057" y="1906"/>
                      <a:pt x="2324" y="1248"/>
                      <a:pt x="2057" y="672"/>
                    </a:cubicBezTo>
                    <a:cubicBezTo>
                      <a:pt x="1875" y="247"/>
                      <a:pt x="146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2" name="Google Shape;4662;p43"/>
              <p:cNvSpPr/>
              <p:nvPr/>
            </p:nvSpPr>
            <p:spPr>
              <a:xfrm>
                <a:off x="6305653" y="2586424"/>
                <a:ext cx="47039" cy="4145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22" extrusionOk="0">
                    <a:moveTo>
                      <a:pt x="206" y="1"/>
                    </a:moveTo>
                    <a:cubicBezTo>
                      <a:pt x="0" y="267"/>
                      <a:pt x="145" y="638"/>
                      <a:pt x="351" y="1070"/>
                    </a:cubicBezTo>
                    <a:cubicBezTo>
                      <a:pt x="550" y="1536"/>
                      <a:pt x="723" y="1921"/>
                      <a:pt x="1086" y="1921"/>
                    </a:cubicBezTo>
                    <a:cubicBezTo>
                      <a:pt x="1172" y="1921"/>
                      <a:pt x="1269" y="1899"/>
                      <a:pt x="1379" y="185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2" y="722"/>
                      <a:pt x="963" y="855"/>
                      <a:pt x="704" y="855"/>
                    </a:cubicBezTo>
                    <a:cubicBezTo>
                      <a:pt x="301" y="855"/>
                      <a:pt x="231" y="538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3" name="Google Shape;4663;p43"/>
              <p:cNvSpPr/>
              <p:nvPr/>
            </p:nvSpPr>
            <p:spPr>
              <a:xfrm>
                <a:off x="6174781" y="2643276"/>
                <a:ext cx="51913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338" extrusionOk="0">
                    <a:moveTo>
                      <a:pt x="1060" y="0"/>
                    </a:moveTo>
                    <a:cubicBezTo>
                      <a:pt x="906" y="0"/>
                      <a:pt x="748" y="32"/>
                      <a:pt x="596" y="100"/>
                    </a:cubicBezTo>
                    <a:cubicBezTo>
                      <a:pt x="0" y="368"/>
                      <a:pt x="184" y="862"/>
                      <a:pt x="453" y="1458"/>
                    </a:cubicBezTo>
                    <a:cubicBezTo>
                      <a:pt x="667" y="1938"/>
                      <a:pt x="856" y="2337"/>
                      <a:pt x="1231" y="2337"/>
                    </a:cubicBezTo>
                    <a:cubicBezTo>
                      <a:pt x="1322" y="2337"/>
                      <a:pt x="1425" y="2313"/>
                      <a:pt x="1542" y="2261"/>
                    </a:cubicBezTo>
                    <a:cubicBezTo>
                      <a:pt x="2140" y="1993"/>
                      <a:pt x="2406" y="1315"/>
                      <a:pt x="2140" y="717"/>
                    </a:cubicBezTo>
                    <a:cubicBezTo>
                      <a:pt x="1940" y="273"/>
                      <a:pt x="1512" y="0"/>
                      <a:pt x="1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4" name="Google Shape;4664;p43"/>
              <p:cNvSpPr/>
              <p:nvPr/>
            </p:nvSpPr>
            <p:spPr>
              <a:xfrm>
                <a:off x="6176550" y="2650048"/>
                <a:ext cx="49713" cy="47923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2222" extrusionOk="0">
                    <a:moveTo>
                      <a:pt x="1015" y="0"/>
                    </a:moveTo>
                    <a:cubicBezTo>
                      <a:pt x="862" y="0"/>
                      <a:pt x="706" y="31"/>
                      <a:pt x="555" y="95"/>
                    </a:cubicBezTo>
                    <a:cubicBezTo>
                      <a:pt x="0" y="342"/>
                      <a:pt x="185" y="815"/>
                      <a:pt x="432" y="1371"/>
                    </a:cubicBezTo>
                    <a:cubicBezTo>
                      <a:pt x="631" y="1837"/>
                      <a:pt x="818" y="2222"/>
                      <a:pt x="1175" y="2222"/>
                    </a:cubicBezTo>
                    <a:cubicBezTo>
                      <a:pt x="1260" y="2222"/>
                      <a:pt x="1354" y="2200"/>
                      <a:pt x="1460" y="2153"/>
                    </a:cubicBezTo>
                    <a:cubicBezTo>
                      <a:pt x="2036" y="1906"/>
                      <a:pt x="2304" y="1247"/>
                      <a:pt x="2058" y="671"/>
                    </a:cubicBezTo>
                    <a:cubicBezTo>
                      <a:pt x="1859" y="246"/>
                      <a:pt x="1449" y="0"/>
                      <a:pt x="1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5" name="Google Shape;4665;p43"/>
              <p:cNvSpPr/>
              <p:nvPr/>
            </p:nvSpPr>
            <p:spPr>
              <a:xfrm>
                <a:off x="6178318" y="2656540"/>
                <a:ext cx="47492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921" extrusionOk="0">
                    <a:moveTo>
                      <a:pt x="206" y="0"/>
                    </a:moveTo>
                    <a:lnTo>
                      <a:pt x="206" y="0"/>
                    </a:lnTo>
                    <a:cubicBezTo>
                      <a:pt x="1" y="267"/>
                      <a:pt x="165" y="637"/>
                      <a:pt x="350" y="1070"/>
                    </a:cubicBezTo>
                    <a:cubicBezTo>
                      <a:pt x="549" y="1536"/>
                      <a:pt x="736" y="1921"/>
                      <a:pt x="1093" y="1921"/>
                    </a:cubicBezTo>
                    <a:cubicBezTo>
                      <a:pt x="1178" y="1921"/>
                      <a:pt x="1272" y="1899"/>
                      <a:pt x="1378" y="1852"/>
                    </a:cubicBezTo>
                    <a:cubicBezTo>
                      <a:pt x="1934" y="1624"/>
                      <a:pt x="2201" y="988"/>
                      <a:pt x="1976" y="431"/>
                    </a:cubicBezTo>
                    <a:lnTo>
                      <a:pt x="1976" y="431"/>
                    </a:lnTo>
                    <a:cubicBezTo>
                      <a:pt x="1362" y="722"/>
                      <a:pt x="964" y="854"/>
                      <a:pt x="704" y="854"/>
                    </a:cubicBezTo>
                    <a:cubicBezTo>
                      <a:pt x="302" y="854"/>
                      <a:pt x="231" y="53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6" name="Google Shape;4666;p43"/>
              <p:cNvSpPr/>
              <p:nvPr/>
            </p:nvSpPr>
            <p:spPr>
              <a:xfrm>
                <a:off x="6516410" y="2450182"/>
                <a:ext cx="52387" cy="50295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2" extrusionOk="0">
                    <a:moveTo>
                      <a:pt x="1080" y="1"/>
                    </a:moveTo>
                    <a:cubicBezTo>
                      <a:pt x="918" y="1"/>
                      <a:pt x="754" y="34"/>
                      <a:pt x="596" y="105"/>
                    </a:cubicBezTo>
                    <a:cubicBezTo>
                      <a:pt x="1" y="352"/>
                      <a:pt x="206" y="845"/>
                      <a:pt x="473" y="1441"/>
                    </a:cubicBezTo>
                    <a:cubicBezTo>
                      <a:pt x="674" y="1928"/>
                      <a:pt x="862" y="2331"/>
                      <a:pt x="1246" y="2331"/>
                    </a:cubicBezTo>
                    <a:cubicBezTo>
                      <a:pt x="1334" y="2331"/>
                      <a:pt x="1432" y="2310"/>
                      <a:pt x="1543" y="2264"/>
                    </a:cubicBezTo>
                    <a:cubicBezTo>
                      <a:pt x="2140" y="1998"/>
                      <a:pt x="2428" y="1298"/>
                      <a:pt x="2160" y="701"/>
                    </a:cubicBezTo>
                    <a:cubicBezTo>
                      <a:pt x="1964" y="262"/>
                      <a:pt x="1532" y="1"/>
                      <a:pt x="1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7" name="Google Shape;4667;p43"/>
              <p:cNvSpPr/>
              <p:nvPr/>
            </p:nvSpPr>
            <p:spPr>
              <a:xfrm>
                <a:off x="6518200" y="2456652"/>
                <a:ext cx="50123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2239" extrusionOk="0">
                    <a:moveTo>
                      <a:pt x="1024" y="0"/>
                    </a:moveTo>
                    <a:cubicBezTo>
                      <a:pt x="875" y="0"/>
                      <a:pt x="723" y="30"/>
                      <a:pt x="576" y="93"/>
                    </a:cubicBezTo>
                    <a:cubicBezTo>
                      <a:pt x="0" y="340"/>
                      <a:pt x="206" y="812"/>
                      <a:pt x="453" y="1388"/>
                    </a:cubicBezTo>
                    <a:cubicBezTo>
                      <a:pt x="652" y="1854"/>
                      <a:pt x="825" y="2239"/>
                      <a:pt x="1188" y="2239"/>
                    </a:cubicBezTo>
                    <a:cubicBezTo>
                      <a:pt x="1274" y="2239"/>
                      <a:pt x="1371" y="2217"/>
                      <a:pt x="1481" y="2170"/>
                    </a:cubicBezTo>
                    <a:cubicBezTo>
                      <a:pt x="2057" y="1923"/>
                      <a:pt x="2324" y="1245"/>
                      <a:pt x="2057" y="669"/>
                    </a:cubicBezTo>
                    <a:cubicBezTo>
                      <a:pt x="1873" y="254"/>
                      <a:pt x="1460" y="0"/>
                      <a:pt x="1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8" name="Google Shape;4668;p43"/>
              <p:cNvSpPr/>
              <p:nvPr/>
            </p:nvSpPr>
            <p:spPr>
              <a:xfrm>
                <a:off x="6520400" y="2463079"/>
                <a:ext cx="47039" cy="41863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94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5" y="638"/>
                      <a:pt x="351" y="1090"/>
                    </a:cubicBezTo>
                    <a:cubicBezTo>
                      <a:pt x="550" y="1556"/>
                      <a:pt x="723" y="1941"/>
                      <a:pt x="1086" y="1941"/>
                    </a:cubicBezTo>
                    <a:cubicBezTo>
                      <a:pt x="1172" y="1941"/>
                      <a:pt x="1269" y="1919"/>
                      <a:pt x="1379" y="1872"/>
                    </a:cubicBezTo>
                    <a:cubicBezTo>
                      <a:pt x="1934" y="1625"/>
                      <a:pt x="2181" y="988"/>
                      <a:pt x="1975" y="432"/>
                    </a:cubicBezTo>
                    <a:lnTo>
                      <a:pt x="1975" y="432"/>
                    </a:lnTo>
                    <a:cubicBezTo>
                      <a:pt x="1364" y="730"/>
                      <a:pt x="966" y="864"/>
                      <a:pt x="706" y="864"/>
                    </a:cubicBezTo>
                    <a:cubicBezTo>
                      <a:pt x="302" y="864"/>
                      <a:pt x="231" y="539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9" name="Google Shape;4669;p43"/>
              <p:cNvSpPr/>
              <p:nvPr/>
            </p:nvSpPr>
            <p:spPr>
              <a:xfrm>
                <a:off x="5931176" y="2772185"/>
                <a:ext cx="51482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7" h="2337" extrusionOk="0">
                    <a:moveTo>
                      <a:pt x="1040" y="1"/>
                    </a:moveTo>
                    <a:cubicBezTo>
                      <a:pt x="892" y="1"/>
                      <a:pt x="742" y="29"/>
                      <a:pt x="598" y="89"/>
                    </a:cubicBezTo>
                    <a:cubicBezTo>
                      <a:pt x="0" y="336"/>
                      <a:pt x="186" y="830"/>
                      <a:pt x="433" y="1447"/>
                    </a:cubicBezTo>
                    <a:cubicBezTo>
                      <a:pt x="634" y="1933"/>
                      <a:pt x="808" y="2336"/>
                      <a:pt x="1187" y="2336"/>
                    </a:cubicBezTo>
                    <a:cubicBezTo>
                      <a:pt x="1273" y="2336"/>
                      <a:pt x="1371" y="2315"/>
                      <a:pt x="1481" y="2270"/>
                    </a:cubicBezTo>
                    <a:cubicBezTo>
                      <a:pt x="2098" y="2023"/>
                      <a:pt x="2386" y="1345"/>
                      <a:pt x="2140" y="747"/>
                    </a:cubicBezTo>
                    <a:cubicBezTo>
                      <a:pt x="1953" y="279"/>
                      <a:pt x="1505" y="1"/>
                      <a:pt x="1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0" name="Google Shape;4670;p43"/>
              <p:cNvSpPr/>
              <p:nvPr/>
            </p:nvSpPr>
            <p:spPr>
              <a:xfrm>
                <a:off x="5932513" y="2778849"/>
                <a:ext cx="49260" cy="4818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4" extrusionOk="0">
                    <a:moveTo>
                      <a:pt x="1010" y="1"/>
                    </a:moveTo>
                    <a:cubicBezTo>
                      <a:pt x="865" y="1"/>
                      <a:pt x="718" y="29"/>
                      <a:pt x="577" y="89"/>
                    </a:cubicBezTo>
                    <a:cubicBezTo>
                      <a:pt x="1" y="315"/>
                      <a:pt x="185" y="789"/>
                      <a:pt x="412" y="1365"/>
                    </a:cubicBezTo>
                    <a:cubicBezTo>
                      <a:pt x="613" y="1833"/>
                      <a:pt x="787" y="2233"/>
                      <a:pt x="1154" y="2233"/>
                    </a:cubicBezTo>
                    <a:cubicBezTo>
                      <a:pt x="1239" y="2233"/>
                      <a:pt x="1333" y="2212"/>
                      <a:pt x="1441" y="2166"/>
                    </a:cubicBezTo>
                    <a:cubicBezTo>
                      <a:pt x="2017" y="1941"/>
                      <a:pt x="2283" y="1283"/>
                      <a:pt x="2058" y="706"/>
                    </a:cubicBezTo>
                    <a:cubicBezTo>
                      <a:pt x="1886" y="271"/>
                      <a:pt x="1457" y="1"/>
                      <a:pt x="1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1" name="Google Shape;4671;p43"/>
              <p:cNvSpPr/>
              <p:nvPr/>
            </p:nvSpPr>
            <p:spPr>
              <a:xfrm>
                <a:off x="5934713" y="2784737"/>
                <a:ext cx="46629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61" extrusionOk="0">
                    <a:moveTo>
                      <a:pt x="206" y="1"/>
                    </a:moveTo>
                    <a:cubicBezTo>
                      <a:pt x="1" y="269"/>
                      <a:pt x="146" y="659"/>
                      <a:pt x="310" y="1092"/>
                    </a:cubicBezTo>
                    <a:cubicBezTo>
                      <a:pt x="511" y="1560"/>
                      <a:pt x="685" y="1960"/>
                      <a:pt x="1052" y="1960"/>
                    </a:cubicBezTo>
                    <a:cubicBezTo>
                      <a:pt x="1137" y="1960"/>
                      <a:pt x="1231" y="1939"/>
                      <a:pt x="1339" y="1893"/>
                    </a:cubicBezTo>
                    <a:cubicBezTo>
                      <a:pt x="1893" y="1668"/>
                      <a:pt x="2162" y="1051"/>
                      <a:pt x="1976" y="494"/>
                    </a:cubicBezTo>
                    <a:lnTo>
                      <a:pt x="1976" y="494"/>
                    </a:lnTo>
                    <a:cubicBezTo>
                      <a:pt x="1370" y="759"/>
                      <a:pt x="972" y="879"/>
                      <a:pt x="711" y="879"/>
                    </a:cubicBezTo>
                    <a:cubicBezTo>
                      <a:pt x="280" y="879"/>
                      <a:pt x="220" y="552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2" name="Google Shape;4672;p43"/>
              <p:cNvSpPr/>
              <p:nvPr/>
            </p:nvSpPr>
            <p:spPr>
              <a:xfrm>
                <a:off x="5819349" y="2832099"/>
                <a:ext cx="51503" cy="5036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5" extrusionOk="0">
                    <a:moveTo>
                      <a:pt x="1061" y="1"/>
                    </a:moveTo>
                    <a:cubicBezTo>
                      <a:pt x="914" y="1"/>
                      <a:pt x="763" y="29"/>
                      <a:pt x="618" y="89"/>
                    </a:cubicBezTo>
                    <a:cubicBezTo>
                      <a:pt x="1" y="336"/>
                      <a:pt x="187" y="830"/>
                      <a:pt x="434" y="1425"/>
                    </a:cubicBezTo>
                    <a:cubicBezTo>
                      <a:pt x="636" y="1915"/>
                      <a:pt x="824" y="2335"/>
                      <a:pt x="1214" y="2335"/>
                    </a:cubicBezTo>
                    <a:cubicBezTo>
                      <a:pt x="1300" y="2335"/>
                      <a:pt x="1396" y="2314"/>
                      <a:pt x="1504" y="2270"/>
                    </a:cubicBezTo>
                    <a:cubicBezTo>
                      <a:pt x="2099" y="2023"/>
                      <a:pt x="2387" y="1323"/>
                      <a:pt x="2140" y="726"/>
                    </a:cubicBezTo>
                    <a:cubicBezTo>
                      <a:pt x="1954" y="275"/>
                      <a:pt x="1520" y="1"/>
                      <a:pt x="10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3" name="Google Shape;4673;p43"/>
              <p:cNvSpPr/>
              <p:nvPr/>
            </p:nvSpPr>
            <p:spPr>
              <a:xfrm>
                <a:off x="5821139" y="2838483"/>
                <a:ext cx="49282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2239" extrusionOk="0">
                    <a:moveTo>
                      <a:pt x="998" y="0"/>
                    </a:moveTo>
                    <a:cubicBezTo>
                      <a:pt x="858" y="0"/>
                      <a:pt x="715" y="26"/>
                      <a:pt x="576" y="81"/>
                    </a:cubicBezTo>
                    <a:cubicBezTo>
                      <a:pt x="0" y="328"/>
                      <a:pt x="165" y="800"/>
                      <a:pt x="412" y="1376"/>
                    </a:cubicBezTo>
                    <a:cubicBezTo>
                      <a:pt x="598" y="1849"/>
                      <a:pt x="770" y="2238"/>
                      <a:pt x="1144" y="2238"/>
                    </a:cubicBezTo>
                    <a:cubicBezTo>
                      <a:pt x="1226" y="2238"/>
                      <a:pt x="1317" y="2220"/>
                      <a:pt x="1421" y="2179"/>
                    </a:cubicBezTo>
                    <a:cubicBezTo>
                      <a:pt x="1997" y="1932"/>
                      <a:pt x="2285" y="1274"/>
                      <a:pt x="2038" y="698"/>
                    </a:cubicBezTo>
                    <a:cubicBezTo>
                      <a:pt x="1865" y="260"/>
                      <a:pt x="1444" y="0"/>
                      <a:pt x="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4" name="Google Shape;4674;p43"/>
              <p:cNvSpPr/>
              <p:nvPr/>
            </p:nvSpPr>
            <p:spPr>
              <a:xfrm>
                <a:off x="5822907" y="2844651"/>
                <a:ext cx="47060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953" extrusionOk="0">
                    <a:moveTo>
                      <a:pt x="228" y="1"/>
                    </a:moveTo>
                    <a:lnTo>
                      <a:pt x="228" y="1"/>
                    </a:lnTo>
                    <a:cubicBezTo>
                      <a:pt x="0" y="267"/>
                      <a:pt x="145" y="638"/>
                      <a:pt x="330" y="1090"/>
                    </a:cubicBezTo>
                    <a:cubicBezTo>
                      <a:pt x="516" y="1563"/>
                      <a:pt x="688" y="1952"/>
                      <a:pt x="1062" y="1952"/>
                    </a:cubicBezTo>
                    <a:cubicBezTo>
                      <a:pt x="1144" y="1952"/>
                      <a:pt x="1235" y="1934"/>
                      <a:pt x="1339" y="1893"/>
                    </a:cubicBezTo>
                    <a:cubicBezTo>
                      <a:pt x="1915" y="1666"/>
                      <a:pt x="2181" y="1029"/>
                      <a:pt x="1975" y="473"/>
                    </a:cubicBezTo>
                    <a:lnTo>
                      <a:pt x="1975" y="473"/>
                    </a:lnTo>
                    <a:cubicBezTo>
                      <a:pt x="1370" y="749"/>
                      <a:pt x="973" y="874"/>
                      <a:pt x="712" y="874"/>
                    </a:cubicBezTo>
                    <a:cubicBezTo>
                      <a:pt x="290" y="874"/>
                      <a:pt x="228" y="547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5" name="Google Shape;4675;p43"/>
              <p:cNvSpPr/>
              <p:nvPr/>
            </p:nvSpPr>
            <p:spPr>
              <a:xfrm>
                <a:off x="5690677" y="2898657"/>
                <a:ext cx="51503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55" extrusionOk="0">
                    <a:moveTo>
                      <a:pt x="1041" y="1"/>
                    </a:moveTo>
                    <a:cubicBezTo>
                      <a:pt x="893" y="1"/>
                      <a:pt x="743" y="29"/>
                      <a:pt x="598" y="89"/>
                    </a:cubicBezTo>
                    <a:cubicBezTo>
                      <a:pt x="1" y="336"/>
                      <a:pt x="187" y="829"/>
                      <a:pt x="434" y="1447"/>
                    </a:cubicBezTo>
                    <a:cubicBezTo>
                      <a:pt x="636" y="1935"/>
                      <a:pt x="811" y="2354"/>
                      <a:pt x="1195" y="2354"/>
                    </a:cubicBezTo>
                    <a:cubicBezTo>
                      <a:pt x="1280" y="2354"/>
                      <a:pt x="1374" y="2334"/>
                      <a:pt x="1482" y="2289"/>
                    </a:cubicBezTo>
                    <a:cubicBezTo>
                      <a:pt x="2099" y="2042"/>
                      <a:pt x="2387" y="1343"/>
                      <a:pt x="2140" y="747"/>
                    </a:cubicBezTo>
                    <a:cubicBezTo>
                      <a:pt x="1953" y="279"/>
                      <a:pt x="1506" y="1"/>
                      <a:pt x="10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6" name="Google Shape;4676;p43"/>
              <p:cNvSpPr/>
              <p:nvPr/>
            </p:nvSpPr>
            <p:spPr>
              <a:xfrm>
                <a:off x="5692036" y="2905472"/>
                <a:ext cx="49260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9" extrusionOk="0">
                    <a:moveTo>
                      <a:pt x="998" y="1"/>
                    </a:moveTo>
                    <a:cubicBezTo>
                      <a:pt x="857" y="1"/>
                      <a:pt x="715" y="27"/>
                      <a:pt x="577" y="81"/>
                    </a:cubicBezTo>
                    <a:cubicBezTo>
                      <a:pt x="1" y="327"/>
                      <a:pt x="185" y="801"/>
                      <a:pt x="412" y="1377"/>
                    </a:cubicBezTo>
                    <a:cubicBezTo>
                      <a:pt x="614" y="1850"/>
                      <a:pt x="789" y="2239"/>
                      <a:pt x="1163" y="2239"/>
                    </a:cubicBezTo>
                    <a:cubicBezTo>
                      <a:pt x="1245" y="2239"/>
                      <a:pt x="1337" y="2220"/>
                      <a:pt x="1441" y="2179"/>
                    </a:cubicBezTo>
                    <a:cubicBezTo>
                      <a:pt x="2017" y="1932"/>
                      <a:pt x="2283" y="1274"/>
                      <a:pt x="2058" y="698"/>
                    </a:cubicBezTo>
                    <a:cubicBezTo>
                      <a:pt x="1870" y="260"/>
                      <a:pt x="1445" y="1"/>
                      <a:pt x="9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7" name="Google Shape;4677;p43"/>
              <p:cNvSpPr/>
              <p:nvPr/>
            </p:nvSpPr>
            <p:spPr>
              <a:xfrm>
                <a:off x="5694236" y="2911640"/>
                <a:ext cx="46629" cy="42121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953" extrusionOk="0">
                    <a:moveTo>
                      <a:pt x="206" y="0"/>
                    </a:moveTo>
                    <a:cubicBezTo>
                      <a:pt x="1" y="247"/>
                      <a:pt x="124" y="639"/>
                      <a:pt x="310" y="1091"/>
                    </a:cubicBezTo>
                    <a:cubicBezTo>
                      <a:pt x="512" y="1564"/>
                      <a:pt x="687" y="1953"/>
                      <a:pt x="1061" y="1953"/>
                    </a:cubicBezTo>
                    <a:cubicBezTo>
                      <a:pt x="1143" y="1953"/>
                      <a:pt x="1235" y="1934"/>
                      <a:pt x="1339" y="1893"/>
                    </a:cubicBezTo>
                    <a:cubicBezTo>
                      <a:pt x="1893" y="1667"/>
                      <a:pt x="2161" y="1029"/>
                      <a:pt x="1956" y="474"/>
                    </a:cubicBezTo>
                    <a:lnTo>
                      <a:pt x="1956" y="474"/>
                    </a:lnTo>
                    <a:cubicBezTo>
                      <a:pt x="1350" y="749"/>
                      <a:pt x="955" y="874"/>
                      <a:pt x="697" y="874"/>
                    </a:cubicBezTo>
                    <a:cubicBezTo>
                      <a:pt x="279" y="874"/>
                      <a:pt x="219" y="547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8" name="Google Shape;4678;p43"/>
              <p:cNvSpPr/>
              <p:nvPr/>
            </p:nvSpPr>
            <p:spPr>
              <a:xfrm>
                <a:off x="6037224" y="2714082"/>
                <a:ext cx="51503" cy="50403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337" extrusionOk="0">
                    <a:moveTo>
                      <a:pt x="1051" y="0"/>
                    </a:moveTo>
                    <a:cubicBezTo>
                      <a:pt x="901" y="0"/>
                      <a:pt x="747" y="29"/>
                      <a:pt x="596" y="89"/>
                    </a:cubicBezTo>
                    <a:cubicBezTo>
                      <a:pt x="1" y="336"/>
                      <a:pt x="185" y="829"/>
                      <a:pt x="432" y="1425"/>
                    </a:cubicBezTo>
                    <a:cubicBezTo>
                      <a:pt x="633" y="1928"/>
                      <a:pt x="807" y="2336"/>
                      <a:pt x="1199" y="2336"/>
                    </a:cubicBezTo>
                    <a:cubicBezTo>
                      <a:pt x="1287" y="2336"/>
                      <a:pt x="1388" y="2315"/>
                      <a:pt x="1502" y="2269"/>
                    </a:cubicBezTo>
                    <a:cubicBezTo>
                      <a:pt x="2099" y="2023"/>
                      <a:pt x="2387" y="1343"/>
                      <a:pt x="2140" y="726"/>
                    </a:cubicBezTo>
                    <a:cubicBezTo>
                      <a:pt x="1953" y="275"/>
                      <a:pt x="1519" y="0"/>
                      <a:pt x="10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9" name="Google Shape;4679;p43"/>
              <p:cNvSpPr/>
              <p:nvPr/>
            </p:nvSpPr>
            <p:spPr>
              <a:xfrm>
                <a:off x="6038992" y="2720703"/>
                <a:ext cx="4926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36" extrusionOk="0">
                    <a:moveTo>
                      <a:pt x="1007" y="1"/>
                    </a:moveTo>
                    <a:cubicBezTo>
                      <a:pt x="864" y="1"/>
                      <a:pt x="718" y="29"/>
                      <a:pt x="577" y="90"/>
                    </a:cubicBezTo>
                    <a:cubicBezTo>
                      <a:pt x="1" y="317"/>
                      <a:pt x="166" y="789"/>
                      <a:pt x="412" y="1365"/>
                    </a:cubicBezTo>
                    <a:cubicBezTo>
                      <a:pt x="596" y="1834"/>
                      <a:pt x="766" y="2235"/>
                      <a:pt x="1134" y="2235"/>
                    </a:cubicBezTo>
                    <a:cubicBezTo>
                      <a:pt x="1218" y="2235"/>
                      <a:pt x="1312" y="2214"/>
                      <a:pt x="1420" y="2168"/>
                    </a:cubicBezTo>
                    <a:cubicBezTo>
                      <a:pt x="1996" y="1941"/>
                      <a:pt x="2284" y="1283"/>
                      <a:pt x="2037" y="707"/>
                    </a:cubicBezTo>
                    <a:cubicBezTo>
                      <a:pt x="1866" y="272"/>
                      <a:pt x="1449" y="1"/>
                      <a:pt x="10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0" name="Google Shape;4680;p43"/>
              <p:cNvSpPr/>
              <p:nvPr/>
            </p:nvSpPr>
            <p:spPr>
              <a:xfrm>
                <a:off x="6040782" y="2726634"/>
                <a:ext cx="46586" cy="42294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1961" extrusionOk="0">
                    <a:moveTo>
                      <a:pt x="206" y="1"/>
                    </a:moveTo>
                    <a:lnTo>
                      <a:pt x="206" y="1"/>
                    </a:lnTo>
                    <a:cubicBezTo>
                      <a:pt x="0" y="267"/>
                      <a:pt x="143" y="659"/>
                      <a:pt x="329" y="1090"/>
                    </a:cubicBezTo>
                    <a:cubicBezTo>
                      <a:pt x="513" y="1559"/>
                      <a:pt x="683" y="1960"/>
                      <a:pt x="1051" y="1960"/>
                    </a:cubicBezTo>
                    <a:cubicBezTo>
                      <a:pt x="1135" y="1960"/>
                      <a:pt x="1229" y="1939"/>
                      <a:pt x="1337" y="1893"/>
                    </a:cubicBezTo>
                    <a:cubicBezTo>
                      <a:pt x="1893" y="1666"/>
                      <a:pt x="2160" y="1049"/>
                      <a:pt x="1975" y="473"/>
                    </a:cubicBezTo>
                    <a:lnTo>
                      <a:pt x="1975" y="473"/>
                    </a:lnTo>
                    <a:cubicBezTo>
                      <a:pt x="1362" y="748"/>
                      <a:pt x="962" y="873"/>
                      <a:pt x="701" y="873"/>
                    </a:cubicBezTo>
                    <a:cubicBezTo>
                      <a:pt x="278" y="873"/>
                      <a:pt x="218" y="547"/>
                      <a:pt x="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81" name="Google Shape;4681;p43"/>
          <p:cNvSpPr/>
          <p:nvPr/>
        </p:nvSpPr>
        <p:spPr>
          <a:xfrm>
            <a:off x="4279225" y="3821208"/>
            <a:ext cx="2447925" cy="1589000"/>
          </a:xfrm>
          <a:custGeom>
            <a:avLst/>
            <a:gdLst/>
            <a:ahLst/>
            <a:cxnLst/>
            <a:rect l="l" t="t" r="r" b="b"/>
            <a:pathLst>
              <a:path w="97917" h="63560" extrusionOk="0">
                <a:moveTo>
                  <a:pt x="97917" y="26984"/>
                </a:moveTo>
                <a:cubicBezTo>
                  <a:pt x="84621" y="36956"/>
                  <a:pt x="60077" y="30781"/>
                  <a:pt x="48768" y="18602"/>
                </a:cubicBezTo>
                <a:cubicBezTo>
                  <a:pt x="44368" y="13863"/>
                  <a:pt x="49241" y="-2088"/>
                  <a:pt x="55245" y="314"/>
                </a:cubicBezTo>
                <a:cubicBezTo>
                  <a:pt x="63962" y="3801"/>
                  <a:pt x="48788" y="19241"/>
                  <a:pt x="41148" y="24698"/>
                </a:cubicBezTo>
                <a:cubicBezTo>
                  <a:pt x="25796" y="35664"/>
                  <a:pt x="11786" y="48828"/>
                  <a:pt x="0" y="63560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4820" name="Google Shape;4820;p43"/>
          <p:cNvSpPr/>
          <p:nvPr/>
        </p:nvSpPr>
        <p:spPr>
          <a:xfrm>
            <a:off x="6829425" y="2647950"/>
            <a:ext cx="2390775" cy="504825"/>
          </a:xfrm>
          <a:custGeom>
            <a:avLst/>
            <a:gdLst/>
            <a:ahLst/>
            <a:cxnLst/>
            <a:rect l="l" t="t" r="r" b="b"/>
            <a:pathLst>
              <a:path w="95631" h="20193" extrusionOk="0">
                <a:moveTo>
                  <a:pt x="0" y="0"/>
                </a:moveTo>
                <a:cubicBezTo>
                  <a:pt x="11949" y="11949"/>
                  <a:pt x="33858" y="-157"/>
                  <a:pt x="50673" y="1524"/>
                </a:cubicBezTo>
                <a:cubicBezTo>
                  <a:pt x="66819" y="3139"/>
                  <a:pt x="79404" y="20193"/>
                  <a:pt x="95631" y="20193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2E8FC-97C6-A9E1-B6D7-D2F1B59A2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99" y="1008834"/>
            <a:ext cx="6768858" cy="3531256"/>
          </a:xfrm>
        </p:spPr>
        <p:txBody>
          <a:bodyPr/>
          <a:lstStyle/>
          <a:p>
            <a:r>
              <a:rPr lang="en-IN" b="1" dirty="0">
                <a:latin typeface="+mn-lt"/>
              </a:rPr>
              <a:t>Airline recovery trajectories diverged sharply post-COVID</a:t>
            </a:r>
            <a:r>
              <a:rPr lang="en-IN" dirty="0">
                <a:latin typeface="+mn-lt"/>
              </a:rPr>
              <a:t>, driven primarily by market structure (domestic vs international exposure) rather than scale alone.</a:t>
            </a:r>
          </a:p>
          <a:p>
            <a:r>
              <a:rPr lang="en-IN" b="1" dirty="0">
                <a:latin typeface="+mn-lt"/>
              </a:rPr>
              <a:t>Indian airlines recovered faster overall</a:t>
            </a:r>
            <a:r>
              <a:rPr lang="en-IN" dirty="0">
                <a:latin typeface="+mn-lt"/>
              </a:rPr>
              <a:t>, supported by early domestic demand normalization and aggressive capacity deployment, with IndiGo emerging as the strongest performer.</a:t>
            </a:r>
          </a:p>
          <a:p>
            <a:r>
              <a:rPr lang="en-IN" b="1" dirty="0">
                <a:latin typeface="+mn-lt"/>
              </a:rPr>
              <a:t>Gulf carriers experienced a delayed recovery</a:t>
            </a:r>
            <a:r>
              <a:rPr lang="en-IN" dirty="0">
                <a:latin typeface="+mn-lt"/>
              </a:rPr>
              <a:t>, reflecting heavy reliance on international and long-haul traffic, which resumed later post-pandemic.</a:t>
            </a:r>
          </a:p>
          <a:p>
            <a:r>
              <a:rPr lang="en-IN" b="1" dirty="0">
                <a:latin typeface="+mn-lt"/>
              </a:rPr>
              <a:t>Qatar Airways outperformed Gulf peers</a:t>
            </a:r>
            <a:r>
              <a:rPr lang="en-IN" dirty="0">
                <a:latin typeface="+mn-lt"/>
              </a:rPr>
              <a:t>, leveraging hub dominance and long-haul network strength, while Emirates recovered steadily and Etihad lagged amid restructuring.</a:t>
            </a:r>
          </a:p>
          <a:p>
            <a:r>
              <a:rPr lang="en-IN" b="1" dirty="0">
                <a:latin typeface="+mn-lt"/>
              </a:rPr>
              <a:t>Overall insight:</a:t>
            </a:r>
            <a:r>
              <a:rPr lang="en-IN" dirty="0">
                <a:latin typeface="+mn-lt"/>
              </a:rPr>
              <a:t> Domestic-heavy networks proved more resilient in crisis recovery, while international-focused carriers faced longer normalization cycles.</a:t>
            </a:r>
          </a:p>
          <a:p>
            <a:pPr marL="1397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9" name="Google Shape;6919;p71"/>
          <p:cNvSpPr/>
          <p:nvPr/>
        </p:nvSpPr>
        <p:spPr>
          <a:xfrm>
            <a:off x="4027488" y="4080488"/>
            <a:ext cx="928550" cy="328975"/>
          </a:xfrm>
          <a:custGeom>
            <a:avLst/>
            <a:gdLst/>
            <a:ahLst/>
            <a:cxnLst/>
            <a:rect l="l" t="t" r="r" b="b"/>
            <a:pathLst>
              <a:path w="37142" h="13159" extrusionOk="0">
                <a:moveTo>
                  <a:pt x="19360" y="1"/>
                </a:moveTo>
                <a:cubicBezTo>
                  <a:pt x="13555" y="1"/>
                  <a:pt x="12364" y="5614"/>
                  <a:pt x="12364" y="5614"/>
                </a:cubicBezTo>
                <a:cubicBezTo>
                  <a:pt x="12364" y="5614"/>
                  <a:pt x="10978" y="3935"/>
                  <a:pt x="8946" y="3935"/>
                </a:cubicBezTo>
                <a:cubicBezTo>
                  <a:pt x="8164" y="3935"/>
                  <a:pt x="7286" y="4184"/>
                  <a:pt x="6355" y="4872"/>
                </a:cubicBezTo>
                <a:cubicBezTo>
                  <a:pt x="4292" y="6390"/>
                  <a:pt x="4490" y="8948"/>
                  <a:pt x="4490" y="8948"/>
                </a:cubicBezTo>
                <a:cubicBezTo>
                  <a:pt x="4490" y="8948"/>
                  <a:pt x="4393" y="8942"/>
                  <a:pt x="4229" y="8942"/>
                </a:cubicBezTo>
                <a:cubicBezTo>
                  <a:pt x="3453" y="8942"/>
                  <a:pt x="1182" y="9077"/>
                  <a:pt x="529" y="10616"/>
                </a:cubicBezTo>
                <a:cubicBezTo>
                  <a:pt x="0" y="11820"/>
                  <a:pt x="974" y="13158"/>
                  <a:pt x="2294" y="13158"/>
                </a:cubicBezTo>
                <a:lnTo>
                  <a:pt x="33130" y="13158"/>
                </a:lnTo>
                <a:cubicBezTo>
                  <a:pt x="34071" y="13158"/>
                  <a:pt x="35012" y="12877"/>
                  <a:pt x="35738" y="12283"/>
                </a:cubicBezTo>
                <a:cubicBezTo>
                  <a:pt x="36530" y="11640"/>
                  <a:pt x="37142" y="10599"/>
                  <a:pt x="36497" y="8948"/>
                </a:cubicBezTo>
                <a:cubicBezTo>
                  <a:pt x="35793" y="7160"/>
                  <a:pt x="34566" y="6676"/>
                  <a:pt x="33445" y="6676"/>
                </a:cubicBezTo>
                <a:cubicBezTo>
                  <a:pt x="32125" y="6676"/>
                  <a:pt x="30951" y="7348"/>
                  <a:pt x="30951" y="7348"/>
                </a:cubicBezTo>
                <a:cubicBezTo>
                  <a:pt x="30951" y="7348"/>
                  <a:pt x="30332" y="5064"/>
                  <a:pt x="28227" y="5064"/>
                </a:cubicBezTo>
                <a:cubicBezTo>
                  <a:pt x="27647" y="5064"/>
                  <a:pt x="26954" y="5238"/>
                  <a:pt x="26131" y="5680"/>
                </a:cubicBezTo>
                <a:cubicBezTo>
                  <a:pt x="26131" y="5680"/>
                  <a:pt x="25338" y="67"/>
                  <a:pt x="19462" y="1"/>
                </a:cubicBezTo>
                <a:cubicBezTo>
                  <a:pt x="19428" y="1"/>
                  <a:pt x="19394" y="1"/>
                  <a:pt x="1936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0" name="Google Shape;6920;p71"/>
          <p:cNvGrpSpPr/>
          <p:nvPr/>
        </p:nvGrpSpPr>
        <p:grpSpPr>
          <a:xfrm>
            <a:off x="6137951" y="1362943"/>
            <a:ext cx="1977098" cy="625405"/>
            <a:chOff x="2328050" y="103675"/>
            <a:chExt cx="3581700" cy="1132775"/>
          </a:xfrm>
        </p:grpSpPr>
        <p:sp>
          <p:nvSpPr>
            <p:cNvPr id="6921" name="Google Shape;6921;p71"/>
            <p:cNvSpPr/>
            <p:nvPr/>
          </p:nvSpPr>
          <p:spPr>
            <a:xfrm>
              <a:off x="2328050" y="166825"/>
              <a:ext cx="3520625" cy="1069625"/>
            </a:xfrm>
            <a:custGeom>
              <a:avLst/>
              <a:gdLst/>
              <a:ahLst/>
              <a:cxnLst/>
              <a:rect l="l" t="t" r="r" b="b"/>
              <a:pathLst>
                <a:path w="140825" h="42785" extrusionOk="0">
                  <a:moveTo>
                    <a:pt x="5930" y="1"/>
                  </a:moveTo>
                  <a:cubicBezTo>
                    <a:pt x="5453" y="1"/>
                    <a:pt x="4971" y="58"/>
                    <a:pt x="4491" y="174"/>
                  </a:cubicBezTo>
                  <a:lnTo>
                    <a:pt x="2972" y="537"/>
                  </a:lnTo>
                  <a:cubicBezTo>
                    <a:pt x="1255" y="967"/>
                    <a:pt x="215" y="3146"/>
                    <a:pt x="826" y="5076"/>
                  </a:cubicBezTo>
                  <a:lnTo>
                    <a:pt x="3881" y="14866"/>
                  </a:lnTo>
                  <a:lnTo>
                    <a:pt x="4310" y="16252"/>
                  </a:lnTo>
                  <a:lnTo>
                    <a:pt x="8866" y="30794"/>
                  </a:lnTo>
                  <a:cubicBezTo>
                    <a:pt x="6703" y="31488"/>
                    <a:pt x="4524" y="32198"/>
                    <a:pt x="2494" y="32841"/>
                  </a:cubicBezTo>
                  <a:cubicBezTo>
                    <a:pt x="17" y="33633"/>
                    <a:pt x="1" y="37859"/>
                    <a:pt x="2477" y="38438"/>
                  </a:cubicBezTo>
                  <a:cubicBezTo>
                    <a:pt x="5118" y="39048"/>
                    <a:pt x="8205" y="39708"/>
                    <a:pt x="11573" y="40320"/>
                  </a:cubicBezTo>
                  <a:cubicBezTo>
                    <a:pt x="11639" y="40335"/>
                    <a:pt x="11705" y="40335"/>
                    <a:pt x="11771" y="40353"/>
                  </a:cubicBezTo>
                  <a:cubicBezTo>
                    <a:pt x="13191" y="40617"/>
                    <a:pt x="14659" y="40864"/>
                    <a:pt x="16178" y="41095"/>
                  </a:cubicBezTo>
                  <a:cubicBezTo>
                    <a:pt x="16244" y="41095"/>
                    <a:pt x="16310" y="41112"/>
                    <a:pt x="16393" y="41128"/>
                  </a:cubicBezTo>
                  <a:cubicBezTo>
                    <a:pt x="17119" y="41227"/>
                    <a:pt x="17862" y="41343"/>
                    <a:pt x="18605" y="41442"/>
                  </a:cubicBezTo>
                  <a:lnTo>
                    <a:pt x="18902" y="41491"/>
                  </a:lnTo>
                  <a:cubicBezTo>
                    <a:pt x="20421" y="41689"/>
                    <a:pt x="21955" y="41887"/>
                    <a:pt x="23507" y="42052"/>
                  </a:cubicBezTo>
                  <a:cubicBezTo>
                    <a:pt x="23639" y="42069"/>
                    <a:pt x="23755" y="42069"/>
                    <a:pt x="23887" y="42085"/>
                  </a:cubicBezTo>
                  <a:cubicBezTo>
                    <a:pt x="24647" y="42168"/>
                    <a:pt x="25406" y="42234"/>
                    <a:pt x="26165" y="42300"/>
                  </a:cubicBezTo>
                  <a:cubicBezTo>
                    <a:pt x="26280" y="42316"/>
                    <a:pt x="26396" y="42333"/>
                    <a:pt x="26511" y="42333"/>
                  </a:cubicBezTo>
                  <a:cubicBezTo>
                    <a:pt x="27255" y="42399"/>
                    <a:pt x="27997" y="42448"/>
                    <a:pt x="28740" y="42498"/>
                  </a:cubicBezTo>
                  <a:cubicBezTo>
                    <a:pt x="28806" y="42514"/>
                    <a:pt x="28855" y="42514"/>
                    <a:pt x="28905" y="42514"/>
                  </a:cubicBezTo>
                  <a:cubicBezTo>
                    <a:pt x="29681" y="42564"/>
                    <a:pt x="30457" y="42613"/>
                    <a:pt x="31232" y="42646"/>
                  </a:cubicBezTo>
                  <a:cubicBezTo>
                    <a:pt x="31382" y="42646"/>
                    <a:pt x="31529" y="42664"/>
                    <a:pt x="31679" y="42664"/>
                  </a:cubicBezTo>
                  <a:cubicBezTo>
                    <a:pt x="32438" y="42697"/>
                    <a:pt x="33197" y="42730"/>
                    <a:pt x="33973" y="42730"/>
                  </a:cubicBezTo>
                  <a:cubicBezTo>
                    <a:pt x="34072" y="42745"/>
                    <a:pt x="34188" y="42745"/>
                    <a:pt x="34287" y="42745"/>
                  </a:cubicBezTo>
                  <a:cubicBezTo>
                    <a:pt x="35013" y="42763"/>
                    <a:pt x="35722" y="42763"/>
                    <a:pt x="36433" y="42763"/>
                  </a:cubicBezTo>
                  <a:lnTo>
                    <a:pt x="36763" y="42763"/>
                  </a:lnTo>
                  <a:cubicBezTo>
                    <a:pt x="37522" y="42745"/>
                    <a:pt x="38282" y="42730"/>
                    <a:pt x="39024" y="42712"/>
                  </a:cubicBezTo>
                  <a:cubicBezTo>
                    <a:pt x="39189" y="42712"/>
                    <a:pt x="39338" y="42697"/>
                    <a:pt x="39503" y="42697"/>
                  </a:cubicBezTo>
                  <a:cubicBezTo>
                    <a:pt x="40262" y="42664"/>
                    <a:pt x="41005" y="42631"/>
                    <a:pt x="41764" y="42580"/>
                  </a:cubicBezTo>
                  <a:cubicBezTo>
                    <a:pt x="41830" y="42580"/>
                    <a:pt x="41896" y="42564"/>
                    <a:pt x="41962" y="42564"/>
                  </a:cubicBezTo>
                  <a:cubicBezTo>
                    <a:pt x="42672" y="42514"/>
                    <a:pt x="43382" y="42465"/>
                    <a:pt x="44092" y="42382"/>
                  </a:cubicBezTo>
                  <a:cubicBezTo>
                    <a:pt x="44224" y="42382"/>
                    <a:pt x="44356" y="42366"/>
                    <a:pt x="44488" y="42349"/>
                  </a:cubicBezTo>
                  <a:cubicBezTo>
                    <a:pt x="45215" y="42283"/>
                    <a:pt x="45941" y="42184"/>
                    <a:pt x="46650" y="42085"/>
                  </a:cubicBezTo>
                  <a:cubicBezTo>
                    <a:pt x="46799" y="42069"/>
                    <a:pt x="46931" y="42052"/>
                    <a:pt x="47079" y="42036"/>
                  </a:cubicBezTo>
                  <a:cubicBezTo>
                    <a:pt x="47823" y="41920"/>
                    <a:pt x="48549" y="41805"/>
                    <a:pt x="49275" y="41673"/>
                  </a:cubicBezTo>
                  <a:cubicBezTo>
                    <a:pt x="54838" y="40666"/>
                    <a:pt x="61870" y="39362"/>
                    <a:pt x="69381" y="37958"/>
                  </a:cubicBezTo>
                  <a:cubicBezTo>
                    <a:pt x="70883" y="37678"/>
                    <a:pt x="72401" y="37397"/>
                    <a:pt x="73937" y="37100"/>
                  </a:cubicBezTo>
                  <a:cubicBezTo>
                    <a:pt x="74778" y="36952"/>
                    <a:pt x="75621" y="36787"/>
                    <a:pt x="76462" y="36638"/>
                  </a:cubicBezTo>
                  <a:cubicBezTo>
                    <a:pt x="76462" y="37001"/>
                    <a:pt x="76495" y="37364"/>
                    <a:pt x="76545" y="37744"/>
                  </a:cubicBezTo>
                  <a:cubicBezTo>
                    <a:pt x="77045" y="40774"/>
                    <a:pt x="79231" y="42785"/>
                    <a:pt x="81675" y="42785"/>
                  </a:cubicBezTo>
                  <a:cubicBezTo>
                    <a:pt x="82214" y="42785"/>
                    <a:pt x="82765" y="42687"/>
                    <a:pt x="83313" y="42481"/>
                  </a:cubicBezTo>
                  <a:lnTo>
                    <a:pt x="97146" y="37397"/>
                  </a:lnTo>
                  <a:lnTo>
                    <a:pt x="97030" y="36424"/>
                  </a:lnTo>
                  <a:lnTo>
                    <a:pt x="98896" y="35896"/>
                  </a:lnTo>
                  <a:lnTo>
                    <a:pt x="98500" y="32495"/>
                  </a:lnTo>
                  <a:cubicBezTo>
                    <a:pt x="101718" y="31901"/>
                    <a:pt x="104773" y="31323"/>
                    <a:pt x="107562" y="30794"/>
                  </a:cubicBezTo>
                  <a:cubicBezTo>
                    <a:pt x="108387" y="30629"/>
                    <a:pt x="109179" y="30481"/>
                    <a:pt x="109956" y="30332"/>
                  </a:cubicBezTo>
                  <a:cubicBezTo>
                    <a:pt x="111904" y="29969"/>
                    <a:pt x="113686" y="29639"/>
                    <a:pt x="115287" y="29342"/>
                  </a:cubicBezTo>
                  <a:cubicBezTo>
                    <a:pt x="116244" y="29161"/>
                    <a:pt x="117136" y="28979"/>
                    <a:pt x="117945" y="28831"/>
                  </a:cubicBezTo>
                  <a:cubicBezTo>
                    <a:pt x="118275" y="28765"/>
                    <a:pt x="118573" y="28714"/>
                    <a:pt x="118870" y="28648"/>
                  </a:cubicBezTo>
                  <a:cubicBezTo>
                    <a:pt x="119332" y="28566"/>
                    <a:pt x="119761" y="28483"/>
                    <a:pt x="120140" y="28417"/>
                  </a:cubicBezTo>
                  <a:cubicBezTo>
                    <a:pt x="122319" y="28005"/>
                    <a:pt x="123558" y="27774"/>
                    <a:pt x="123558" y="27774"/>
                  </a:cubicBezTo>
                  <a:cubicBezTo>
                    <a:pt x="123558" y="27774"/>
                    <a:pt x="128460" y="26751"/>
                    <a:pt x="133396" y="24522"/>
                  </a:cubicBezTo>
                  <a:cubicBezTo>
                    <a:pt x="133825" y="24324"/>
                    <a:pt x="134254" y="24125"/>
                    <a:pt x="134684" y="23911"/>
                  </a:cubicBezTo>
                  <a:cubicBezTo>
                    <a:pt x="134897" y="23795"/>
                    <a:pt x="135113" y="23696"/>
                    <a:pt x="135327" y="23581"/>
                  </a:cubicBezTo>
                  <a:cubicBezTo>
                    <a:pt x="136598" y="22921"/>
                    <a:pt x="137820" y="22162"/>
                    <a:pt x="138925" y="21319"/>
                  </a:cubicBezTo>
                  <a:cubicBezTo>
                    <a:pt x="139123" y="21171"/>
                    <a:pt x="139306" y="20989"/>
                    <a:pt x="139471" y="20808"/>
                  </a:cubicBezTo>
                  <a:cubicBezTo>
                    <a:pt x="139519" y="20758"/>
                    <a:pt x="139553" y="20725"/>
                    <a:pt x="139586" y="20676"/>
                  </a:cubicBezTo>
                  <a:cubicBezTo>
                    <a:pt x="139751" y="20478"/>
                    <a:pt x="139900" y="20280"/>
                    <a:pt x="140032" y="20082"/>
                  </a:cubicBezTo>
                  <a:cubicBezTo>
                    <a:pt x="140032" y="20065"/>
                    <a:pt x="140032" y="20065"/>
                    <a:pt x="140048" y="20049"/>
                  </a:cubicBezTo>
                  <a:cubicBezTo>
                    <a:pt x="140164" y="19851"/>
                    <a:pt x="140279" y="19620"/>
                    <a:pt x="140378" y="19404"/>
                  </a:cubicBezTo>
                  <a:lnTo>
                    <a:pt x="140428" y="19256"/>
                  </a:lnTo>
                  <a:cubicBezTo>
                    <a:pt x="140527" y="19008"/>
                    <a:pt x="140609" y="18777"/>
                    <a:pt x="140659" y="18530"/>
                  </a:cubicBezTo>
                  <a:lnTo>
                    <a:pt x="140659" y="18513"/>
                  </a:lnTo>
                  <a:cubicBezTo>
                    <a:pt x="140725" y="18266"/>
                    <a:pt x="140758" y="18002"/>
                    <a:pt x="140774" y="17754"/>
                  </a:cubicBezTo>
                  <a:cubicBezTo>
                    <a:pt x="140774" y="17721"/>
                    <a:pt x="140791" y="17672"/>
                    <a:pt x="140791" y="17639"/>
                  </a:cubicBezTo>
                  <a:cubicBezTo>
                    <a:pt x="140824" y="17111"/>
                    <a:pt x="140791" y="16582"/>
                    <a:pt x="140675" y="16070"/>
                  </a:cubicBezTo>
                  <a:cubicBezTo>
                    <a:pt x="140675" y="16037"/>
                    <a:pt x="140675" y="16004"/>
                    <a:pt x="140659" y="15971"/>
                  </a:cubicBezTo>
                  <a:cubicBezTo>
                    <a:pt x="140609" y="15724"/>
                    <a:pt x="140527" y="15460"/>
                    <a:pt x="140428" y="15229"/>
                  </a:cubicBezTo>
                  <a:cubicBezTo>
                    <a:pt x="140164" y="14568"/>
                    <a:pt x="139768" y="13974"/>
                    <a:pt x="139240" y="13512"/>
                  </a:cubicBezTo>
                  <a:cubicBezTo>
                    <a:pt x="137803" y="12273"/>
                    <a:pt x="135872" y="10920"/>
                    <a:pt x="133412" y="9781"/>
                  </a:cubicBezTo>
                  <a:cubicBezTo>
                    <a:pt x="133363" y="9748"/>
                    <a:pt x="133297" y="9715"/>
                    <a:pt x="133231" y="9682"/>
                  </a:cubicBezTo>
                  <a:cubicBezTo>
                    <a:pt x="132901" y="9533"/>
                    <a:pt x="132553" y="9385"/>
                    <a:pt x="132190" y="9236"/>
                  </a:cubicBezTo>
                  <a:cubicBezTo>
                    <a:pt x="132042" y="9170"/>
                    <a:pt x="131893" y="9121"/>
                    <a:pt x="131745" y="9055"/>
                  </a:cubicBezTo>
                  <a:cubicBezTo>
                    <a:pt x="131448" y="8939"/>
                    <a:pt x="131151" y="8824"/>
                    <a:pt x="130837" y="8725"/>
                  </a:cubicBezTo>
                  <a:cubicBezTo>
                    <a:pt x="130557" y="8626"/>
                    <a:pt x="130275" y="8543"/>
                    <a:pt x="129996" y="8461"/>
                  </a:cubicBezTo>
                  <a:cubicBezTo>
                    <a:pt x="127352" y="7630"/>
                    <a:pt x="124251" y="7092"/>
                    <a:pt x="120653" y="7092"/>
                  </a:cubicBezTo>
                  <a:cubicBezTo>
                    <a:pt x="118028" y="7092"/>
                    <a:pt x="115138" y="7379"/>
                    <a:pt x="111970" y="8048"/>
                  </a:cubicBezTo>
                  <a:cubicBezTo>
                    <a:pt x="94620" y="11696"/>
                    <a:pt x="52329" y="19554"/>
                    <a:pt x="31382" y="24143"/>
                  </a:cubicBezTo>
                  <a:lnTo>
                    <a:pt x="23507" y="15806"/>
                  </a:lnTo>
                  <a:lnTo>
                    <a:pt x="15947" y="7801"/>
                  </a:lnTo>
                  <a:lnTo>
                    <a:pt x="10499" y="2039"/>
                  </a:lnTo>
                  <a:cubicBezTo>
                    <a:pt x="9238" y="714"/>
                    <a:pt x="7616" y="1"/>
                    <a:pt x="5930" y="1"/>
                  </a:cubicBezTo>
                  <a:close/>
                </a:path>
              </a:pathLst>
            </a:custGeom>
            <a:solidFill>
              <a:srgbClr val="13394F">
                <a:alpha val="34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2" name="Google Shape;6922;p71"/>
            <p:cNvSpPr/>
            <p:nvPr/>
          </p:nvSpPr>
          <p:spPr>
            <a:xfrm>
              <a:off x="2378825" y="103675"/>
              <a:ext cx="803500" cy="828500"/>
            </a:xfrm>
            <a:custGeom>
              <a:avLst/>
              <a:gdLst/>
              <a:ahLst/>
              <a:cxnLst/>
              <a:rect l="l" t="t" r="r" b="b"/>
              <a:pathLst>
                <a:path w="32140" h="33140" extrusionOk="0">
                  <a:moveTo>
                    <a:pt x="5706" y="1"/>
                  </a:moveTo>
                  <a:cubicBezTo>
                    <a:pt x="5231" y="1"/>
                    <a:pt x="4752" y="58"/>
                    <a:pt x="4275" y="174"/>
                  </a:cubicBezTo>
                  <a:lnTo>
                    <a:pt x="2741" y="554"/>
                  </a:lnTo>
                  <a:cubicBezTo>
                    <a:pt x="1024" y="966"/>
                    <a:pt x="1" y="3163"/>
                    <a:pt x="595" y="5093"/>
                  </a:cubicBezTo>
                  <a:lnTo>
                    <a:pt x="9377" y="33139"/>
                  </a:lnTo>
                  <a:lnTo>
                    <a:pt x="32140" y="25199"/>
                  </a:lnTo>
                  <a:lnTo>
                    <a:pt x="10284" y="2056"/>
                  </a:lnTo>
                  <a:cubicBezTo>
                    <a:pt x="9023" y="717"/>
                    <a:pt x="7390" y="1"/>
                    <a:pt x="5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3" name="Google Shape;6923;p71"/>
            <p:cNvSpPr/>
            <p:nvPr/>
          </p:nvSpPr>
          <p:spPr>
            <a:xfrm>
              <a:off x="2470450" y="299100"/>
              <a:ext cx="490275" cy="382550"/>
            </a:xfrm>
            <a:custGeom>
              <a:avLst/>
              <a:gdLst/>
              <a:ahLst/>
              <a:cxnLst/>
              <a:rect l="l" t="t" r="r" b="b"/>
              <a:pathLst>
                <a:path w="19611" h="15302" extrusionOk="0">
                  <a:moveTo>
                    <a:pt x="12051" y="1"/>
                  </a:moveTo>
                  <a:lnTo>
                    <a:pt x="0" y="7066"/>
                  </a:lnTo>
                  <a:lnTo>
                    <a:pt x="2575" y="15302"/>
                  </a:lnTo>
                  <a:lnTo>
                    <a:pt x="19611" y="8006"/>
                  </a:lnTo>
                  <a:lnTo>
                    <a:pt x="120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4" name="Google Shape;6924;p71"/>
            <p:cNvSpPr/>
            <p:nvPr/>
          </p:nvSpPr>
          <p:spPr>
            <a:xfrm>
              <a:off x="2373450" y="281000"/>
              <a:ext cx="3536300" cy="891850"/>
            </a:xfrm>
            <a:custGeom>
              <a:avLst/>
              <a:gdLst/>
              <a:ahLst/>
              <a:cxnLst/>
              <a:rect l="l" t="t" r="r" b="b"/>
              <a:pathLst>
                <a:path w="141452" h="35674" extrusionOk="0">
                  <a:moveTo>
                    <a:pt x="120669" y="1"/>
                  </a:moveTo>
                  <a:cubicBezTo>
                    <a:pt x="118039" y="1"/>
                    <a:pt x="115144" y="287"/>
                    <a:pt x="111969" y="956"/>
                  </a:cubicBezTo>
                  <a:cubicBezTo>
                    <a:pt x="89932" y="5593"/>
                    <a:pt x="27717" y="17016"/>
                    <a:pt x="19974" y="19906"/>
                  </a:cubicBezTo>
                  <a:cubicBezTo>
                    <a:pt x="15880" y="21440"/>
                    <a:pt x="8518" y="23834"/>
                    <a:pt x="2494" y="25749"/>
                  </a:cubicBezTo>
                  <a:cubicBezTo>
                    <a:pt x="18" y="26542"/>
                    <a:pt x="1" y="30783"/>
                    <a:pt x="2461" y="31344"/>
                  </a:cubicBezTo>
                  <a:cubicBezTo>
                    <a:pt x="10907" y="33305"/>
                    <a:pt x="23700" y="35673"/>
                    <a:pt x="36099" y="35673"/>
                  </a:cubicBezTo>
                  <a:cubicBezTo>
                    <a:pt x="40614" y="35673"/>
                    <a:pt x="45077" y="35359"/>
                    <a:pt x="49258" y="34597"/>
                  </a:cubicBezTo>
                  <a:cubicBezTo>
                    <a:pt x="73012" y="30255"/>
                    <a:pt x="123540" y="20681"/>
                    <a:pt x="123540" y="20681"/>
                  </a:cubicBezTo>
                  <a:cubicBezTo>
                    <a:pt x="123540" y="20681"/>
                    <a:pt x="133048" y="18717"/>
                    <a:pt x="138909" y="14243"/>
                  </a:cubicBezTo>
                  <a:cubicBezTo>
                    <a:pt x="141302" y="12412"/>
                    <a:pt x="141451" y="8351"/>
                    <a:pt x="139239" y="6436"/>
                  </a:cubicBezTo>
                  <a:cubicBezTo>
                    <a:pt x="135897" y="3543"/>
                    <a:pt x="129923" y="1"/>
                    <a:pt x="1206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5" name="Google Shape;6925;p71"/>
            <p:cNvSpPr/>
            <p:nvPr/>
          </p:nvSpPr>
          <p:spPr>
            <a:xfrm>
              <a:off x="3624300" y="705175"/>
              <a:ext cx="81300" cy="145275"/>
            </a:xfrm>
            <a:custGeom>
              <a:avLst/>
              <a:gdLst/>
              <a:ahLst/>
              <a:cxnLst/>
              <a:rect l="l" t="t" r="r" b="b"/>
              <a:pathLst>
                <a:path w="3252" h="5811" extrusionOk="0">
                  <a:moveTo>
                    <a:pt x="2723" y="0"/>
                  </a:moveTo>
                  <a:lnTo>
                    <a:pt x="0" y="529"/>
                  </a:lnTo>
                  <a:lnTo>
                    <a:pt x="529" y="5811"/>
                  </a:lnTo>
                  <a:lnTo>
                    <a:pt x="3252" y="5299"/>
                  </a:lnTo>
                  <a:lnTo>
                    <a:pt x="27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6" name="Google Shape;6926;p71"/>
            <p:cNvSpPr/>
            <p:nvPr/>
          </p:nvSpPr>
          <p:spPr>
            <a:xfrm>
              <a:off x="3782775" y="671725"/>
              <a:ext cx="81300" cy="145300"/>
            </a:xfrm>
            <a:custGeom>
              <a:avLst/>
              <a:gdLst/>
              <a:ahLst/>
              <a:cxnLst/>
              <a:rect l="l" t="t" r="r" b="b"/>
              <a:pathLst>
                <a:path w="3252" h="5812" extrusionOk="0">
                  <a:moveTo>
                    <a:pt x="2723" y="1"/>
                  </a:moveTo>
                  <a:lnTo>
                    <a:pt x="0" y="529"/>
                  </a:lnTo>
                  <a:lnTo>
                    <a:pt x="528" y="5811"/>
                  </a:lnTo>
                  <a:lnTo>
                    <a:pt x="3251" y="5300"/>
                  </a:lnTo>
                  <a:lnTo>
                    <a:pt x="27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7" name="Google Shape;6927;p71"/>
            <p:cNvSpPr/>
            <p:nvPr/>
          </p:nvSpPr>
          <p:spPr>
            <a:xfrm>
              <a:off x="3939575" y="645325"/>
              <a:ext cx="80925" cy="145275"/>
            </a:xfrm>
            <a:custGeom>
              <a:avLst/>
              <a:gdLst/>
              <a:ahLst/>
              <a:cxnLst/>
              <a:rect l="l" t="t" r="r" b="b"/>
              <a:pathLst>
                <a:path w="3237" h="5811" extrusionOk="0">
                  <a:moveTo>
                    <a:pt x="2708" y="0"/>
                  </a:moveTo>
                  <a:lnTo>
                    <a:pt x="1" y="529"/>
                  </a:lnTo>
                  <a:lnTo>
                    <a:pt x="529" y="5811"/>
                  </a:lnTo>
                  <a:lnTo>
                    <a:pt x="3236" y="5283"/>
                  </a:lnTo>
                  <a:lnTo>
                    <a:pt x="27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8" name="Google Shape;6928;p71"/>
            <p:cNvSpPr/>
            <p:nvPr/>
          </p:nvSpPr>
          <p:spPr>
            <a:xfrm>
              <a:off x="4098050" y="611900"/>
              <a:ext cx="80925" cy="145300"/>
            </a:xfrm>
            <a:custGeom>
              <a:avLst/>
              <a:gdLst/>
              <a:ahLst/>
              <a:cxnLst/>
              <a:rect l="l" t="t" r="r" b="b"/>
              <a:pathLst>
                <a:path w="3237" h="5812" extrusionOk="0">
                  <a:moveTo>
                    <a:pt x="2708" y="1"/>
                  </a:moveTo>
                  <a:lnTo>
                    <a:pt x="1" y="529"/>
                  </a:lnTo>
                  <a:lnTo>
                    <a:pt x="512" y="5811"/>
                  </a:lnTo>
                  <a:lnTo>
                    <a:pt x="3236" y="5283"/>
                  </a:lnTo>
                  <a:lnTo>
                    <a:pt x="27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9" name="Google Shape;6929;p71"/>
            <p:cNvSpPr/>
            <p:nvPr/>
          </p:nvSpPr>
          <p:spPr>
            <a:xfrm>
              <a:off x="4255275" y="587550"/>
              <a:ext cx="80900" cy="145275"/>
            </a:xfrm>
            <a:custGeom>
              <a:avLst/>
              <a:gdLst/>
              <a:ahLst/>
              <a:cxnLst/>
              <a:rect l="l" t="t" r="r" b="b"/>
              <a:pathLst>
                <a:path w="3236" h="5811" extrusionOk="0">
                  <a:moveTo>
                    <a:pt x="2707" y="0"/>
                  </a:moveTo>
                  <a:lnTo>
                    <a:pt x="0" y="529"/>
                  </a:lnTo>
                  <a:lnTo>
                    <a:pt x="529" y="5811"/>
                  </a:lnTo>
                  <a:lnTo>
                    <a:pt x="3236" y="5300"/>
                  </a:lnTo>
                  <a:lnTo>
                    <a:pt x="27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0" name="Google Shape;6930;p71"/>
            <p:cNvSpPr/>
            <p:nvPr/>
          </p:nvSpPr>
          <p:spPr>
            <a:xfrm>
              <a:off x="4413750" y="554525"/>
              <a:ext cx="80900" cy="144900"/>
            </a:xfrm>
            <a:custGeom>
              <a:avLst/>
              <a:gdLst/>
              <a:ahLst/>
              <a:cxnLst/>
              <a:rect l="l" t="t" r="r" b="b"/>
              <a:pathLst>
                <a:path w="3236" h="5796" extrusionOk="0">
                  <a:moveTo>
                    <a:pt x="2707" y="1"/>
                  </a:moveTo>
                  <a:lnTo>
                    <a:pt x="0" y="513"/>
                  </a:lnTo>
                  <a:lnTo>
                    <a:pt x="528" y="5795"/>
                  </a:lnTo>
                  <a:lnTo>
                    <a:pt x="3235" y="5283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1" name="Google Shape;6931;p71"/>
            <p:cNvSpPr/>
            <p:nvPr/>
          </p:nvSpPr>
          <p:spPr>
            <a:xfrm>
              <a:off x="4566850" y="528950"/>
              <a:ext cx="81325" cy="145275"/>
            </a:xfrm>
            <a:custGeom>
              <a:avLst/>
              <a:gdLst/>
              <a:ahLst/>
              <a:cxnLst/>
              <a:rect l="l" t="t" r="r" b="b"/>
              <a:pathLst>
                <a:path w="3253" h="5811" extrusionOk="0">
                  <a:moveTo>
                    <a:pt x="2724" y="0"/>
                  </a:moveTo>
                  <a:lnTo>
                    <a:pt x="1" y="513"/>
                  </a:lnTo>
                  <a:lnTo>
                    <a:pt x="529" y="5811"/>
                  </a:lnTo>
                  <a:lnTo>
                    <a:pt x="3252" y="5283"/>
                  </a:lnTo>
                  <a:lnTo>
                    <a:pt x="27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2" name="Google Shape;6932;p71"/>
            <p:cNvSpPr/>
            <p:nvPr/>
          </p:nvSpPr>
          <p:spPr>
            <a:xfrm>
              <a:off x="4725325" y="495525"/>
              <a:ext cx="81300" cy="145300"/>
            </a:xfrm>
            <a:custGeom>
              <a:avLst/>
              <a:gdLst/>
              <a:ahLst/>
              <a:cxnLst/>
              <a:rect l="l" t="t" r="r" b="b"/>
              <a:pathLst>
                <a:path w="3252" h="5812" extrusionOk="0">
                  <a:moveTo>
                    <a:pt x="2724" y="1"/>
                  </a:moveTo>
                  <a:lnTo>
                    <a:pt x="1" y="529"/>
                  </a:lnTo>
                  <a:lnTo>
                    <a:pt x="529" y="5811"/>
                  </a:lnTo>
                  <a:lnTo>
                    <a:pt x="3252" y="5283"/>
                  </a:lnTo>
                  <a:lnTo>
                    <a:pt x="27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3" name="Google Shape;6933;p71"/>
            <p:cNvSpPr/>
            <p:nvPr/>
          </p:nvSpPr>
          <p:spPr>
            <a:xfrm>
              <a:off x="2609925" y="484375"/>
              <a:ext cx="3294450" cy="688550"/>
            </a:xfrm>
            <a:custGeom>
              <a:avLst/>
              <a:gdLst/>
              <a:ahLst/>
              <a:cxnLst/>
              <a:rect l="l" t="t" r="r" b="b"/>
              <a:pathLst>
                <a:path w="131778" h="27542" extrusionOk="0">
                  <a:moveTo>
                    <a:pt x="130969" y="1"/>
                  </a:moveTo>
                  <a:lnTo>
                    <a:pt x="1" y="24695"/>
                  </a:lnTo>
                  <a:lnTo>
                    <a:pt x="1" y="24695"/>
                  </a:lnTo>
                  <a:cubicBezTo>
                    <a:pt x="7753" y="26197"/>
                    <a:pt x="17305" y="27542"/>
                    <a:pt x="26635" y="27542"/>
                  </a:cubicBezTo>
                  <a:cubicBezTo>
                    <a:pt x="31151" y="27542"/>
                    <a:pt x="35616" y="27227"/>
                    <a:pt x="39799" y="26462"/>
                  </a:cubicBezTo>
                  <a:cubicBezTo>
                    <a:pt x="63553" y="22120"/>
                    <a:pt x="114081" y="12546"/>
                    <a:pt x="114081" y="12546"/>
                  </a:cubicBezTo>
                  <a:cubicBezTo>
                    <a:pt x="114081" y="12546"/>
                    <a:pt x="123589" y="10582"/>
                    <a:pt x="129450" y="6108"/>
                  </a:cubicBezTo>
                  <a:cubicBezTo>
                    <a:pt x="131266" y="4722"/>
                    <a:pt x="131777" y="2047"/>
                    <a:pt x="1309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4" name="Google Shape;6934;p71"/>
            <p:cNvSpPr/>
            <p:nvPr/>
          </p:nvSpPr>
          <p:spPr>
            <a:xfrm>
              <a:off x="4272200" y="835575"/>
              <a:ext cx="529900" cy="337750"/>
            </a:xfrm>
            <a:custGeom>
              <a:avLst/>
              <a:gdLst/>
              <a:ahLst/>
              <a:cxnLst/>
              <a:rect l="l" t="t" r="r" b="b"/>
              <a:pathLst>
                <a:path w="21196" h="13510" extrusionOk="0">
                  <a:moveTo>
                    <a:pt x="20221" y="1"/>
                  </a:moveTo>
                  <a:lnTo>
                    <a:pt x="5349" y="1106"/>
                  </a:lnTo>
                  <a:cubicBezTo>
                    <a:pt x="2262" y="1354"/>
                    <a:pt x="1" y="4870"/>
                    <a:pt x="595" y="8468"/>
                  </a:cubicBezTo>
                  <a:cubicBezTo>
                    <a:pt x="1095" y="11499"/>
                    <a:pt x="3270" y="13509"/>
                    <a:pt x="5720" y="13509"/>
                  </a:cubicBezTo>
                  <a:cubicBezTo>
                    <a:pt x="6259" y="13509"/>
                    <a:pt x="6812" y="13412"/>
                    <a:pt x="7363" y="13206"/>
                  </a:cubicBezTo>
                  <a:lnTo>
                    <a:pt x="21196" y="8138"/>
                  </a:lnTo>
                  <a:lnTo>
                    <a:pt x="20221" y="1"/>
                  </a:lnTo>
                  <a:close/>
                </a:path>
              </a:pathLst>
            </a:custGeom>
            <a:solidFill>
              <a:srgbClr val="9F9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5" name="Google Shape;6935;p71"/>
            <p:cNvSpPr/>
            <p:nvPr/>
          </p:nvSpPr>
          <p:spPr>
            <a:xfrm>
              <a:off x="4780200" y="849600"/>
              <a:ext cx="65650" cy="165100"/>
            </a:xfrm>
            <a:custGeom>
              <a:avLst/>
              <a:gdLst/>
              <a:ahLst/>
              <a:cxnLst/>
              <a:rect l="l" t="t" r="r" b="b"/>
              <a:pathLst>
                <a:path w="2626" h="6604" extrusionOk="0">
                  <a:moveTo>
                    <a:pt x="1915" y="1"/>
                  </a:moveTo>
                  <a:lnTo>
                    <a:pt x="0" y="281"/>
                  </a:lnTo>
                  <a:lnTo>
                    <a:pt x="727" y="6604"/>
                  </a:lnTo>
                  <a:lnTo>
                    <a:pt x="2626" y="607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6" name="Google Shape;6936;p71"/>
            <p:cNvSpPr/>
            <p:nvPr/>
          </p:nvSpPr>
          <p:spPr>
            <a:xfrm>
              <a:off x="5365800" y="309825"/>
              <a:ext cx="370625" cy="140350"/>
            </a:xfrm>
            <a:custGeom>
              <a:avLst/>
              <a:gdLst/>
              <a:ahLst/>
              <a:cxnLst/>
              <a:rect l="l" t="t" r="r" b="b"/>
              <a:pathLst>
                <a:path w="14825" h="5614" extrusionOk="0">
                  <a:moveTo>
                    <a:pt x="9624" y="1"/>
                  </a:moveTo>
                  <a:lnTo>
                    <a:pt x="1" y="2625"/>
                  </a:lnTo>
                  <a:lnTo>
                    <a:pt x="463" y="5613"/>
                  </a:lnTo>
                  <a:lnTo>
                    <a:pt x="14824" y="2081"/>
                  </a:lnTo>
                  <a:cubicBezTo>
                    <a:pt x="13321" y="1288"/>
                    <a:pt x="11605" y="562"/>
                    <a:pt x="96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7" name="Google Shape;6937;p71"/>
            <p:cNvSpPr/>
            <p:nvPr/>
          </p:nvSpPr>
          <p:spPr>
            <a:xfrm>
              <a:off x="4284575" y="835575"/>
              <a:ext cx="517525" cy="338000"/>
            </a:xfrm>
            <a:custGeom>
              <a:avLst/>
              <a:gdLst/>
              <a:ahLst/>
              <a:cxnLst/>
              <a:rect l="l" t="t" r="r" b="b"/>
              <a:pathLst>
                <a:path w="20701" h="13520" extrusionOk="0">
                  <a:moveTo>
                    <a:pt x="19726" y="1"/>
                  </a:moveTo>
                  <a:lnTo>
                    <a:pt x="4854" y="1106"/>
                  </a:lnTo>
                  <a:cubicBezTo>
                    <a:pt x="2097" y="1321"/>
                    <a:pt x="1" y="4143"/>
                    <a:pt x="1" y="7313"/>
                  </a:cubicBezTo>
                  <a:cubicBezTo>
                    <a:pt x="1" y="7693"/>
                    <a:pt x="34" y="8089"/>
                    <a:pt x="100" y="8468"/>
                  </a:cubicBezTo>
                  <a:cubicBezTo>
                    <a:pt x="595" y="11505"/>
                    <a:pt x="2774" y="13519"/>
                    <a:pt x="5233" y="13519"/>
                  </a:cubicBezTo>
                  <a:cubicBezTo>
                    <a:pt x="5761" y="13519"/>
                    <a:pt x="6323" y="13420"/>
                    <a:pt x="6868" y="13206"/>
                  </a:cubicBezTo>
                  <a:lnTo>
                    <a:pt x="20701" y="8138"/>
                  </a:lnTo>
                  <a:lnTo>
                    <a:pt x="20585" y="7165"/>
                  </a:lnTo>
                  <a:lnTo>
                    <a:pt x="20552" y="7165"/>
                  </a:lnTo>
                  <a:lnTo>
                    <a:pt x="20008" y="2411"/>
                  </a:lnTo>
                  <a:lnTo>
                    <a:pt x="197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8" name="Google Shape;6938;p71"/>
            <p:cNvSpPr/>
            <p:nvPr/>
          </p:nvSpPr>
          <p:spPr>
            <a:xfrm>
              <a:off x="4784750" y="895825"/>
              <a:ext cx="14450" cy="118875"/>
            </a:xfrm>
            <a:custGeom>
              <a:avLst/>
              <a:gdLst/>
              <a:ahLst/>
              <a:cxnLst/>
              <a:rect l="l" t="t" r="r" b="b"/>
              <a:pathLst>
                <a:path w="578" h="4755" extrusionOk="0">
                  <a:moveTo>
                    <a:pt x="1" y="1"/>
                  </a:moveTo>
                  <a:lnTo>
                    <a:pt x="545" y="4755"/>
                  </a:lnTo>
                  <a:lnTo>
                    <a:pt x="578" y="47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F9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39" name="Google Shape;6939;p71"/>
          <p:cNvSpPr/>
          <p:nvPr/>
        </p:nvSpPr>
        <p:spPr>
          <a:xfrm>
            <a:off x="5895174" y="2333551"/>
            <a:ext cx="955216" cy="964122"/>
          </a:xfrm>
          <a:custGeom>
            <a:avLst/>
            <a:gdLst/>
            <a:ahLst/>
            <a:cxnLst/>
            <a:rect l="l" t="t" r="r" b="b"/>
            <a:pathLst>
              <a:path w="14479" h="14614" extrusionOk="0">
                <a:moveTo>
                  <a:pt x="5482" y="0"/>
                </a:moveTo>
                <a:cubicBezTo>
                  <a:pt x="5332" y="0"/>
                  <a:pt x="5209" y="145"/>
                  <a:pt x="5250" y="312"/>
                </a:cubicBezTo>
                <a:lnTo>
                  <a:pt x="6984" y="6470"/>
                </a:lnTo>
                <a:cubicBezTo>
                  <a:pt x="4623" y="6651"/>
                  <a:pt x="2477" y="6866"/>
                  <a:pt x="2362" y="6882"/>
                </a:cubicBezTo>
                <a:lnTo>
                  <a:pt x="1108" y="5579"/>
                </a:lnTo>
                <a:cubicBezTo>
                  <a:pt x="1075" y="5529"/>
                  <a:pt x="1009" y="5513"/>
                  <a:pt x="958" y="5513"/>
                </a:cubicBezTo>
                <a:lnTo>
                  <a:pt x="315" y="5447"/>
                </a:lnTo>
                <a:cubicBezTo>
                  <a:pt x="117" y="5447"/>
                  <a:pt x="1" y="5645"/>
                  <a:pt x="100" y="5810"/>
                </a:cubicBezTo>
                <a:lnTo>
                  <a:pt x="1108" y="7395"/>
                </a:lnTo>
                <a:cubicBezTo>
                  <a:pt x="843" y="7410"/>
                  <a:pt x="661" y="7410"/>
                  <a:pt x="661" y="7410"/>
                </a:cubicBezTo>
                <a:cubicBezTo>
                  <a:pt x="612" y="7410"/>
                  <a:pt x="579" y="7476"/>
                  <a:pt x="579" y="7542"/>
                </a:cubicBezTo>
                <a:lnTo>
                  <a:pt x="579" y="7626"/>
                </a:lnTo>
                <a:cubicBezTo>
                  <a:pt x="579" y="7692"/>
                  <a:pt x="628" y="7758"/>
                  <a:pt x="678" y="7758"/>
                </a:cubicBezTo>
                <a:lnTo>
                  <a:pt x="1090" y="7741"/>
                </a:lnTo>
                <a:lnTo>
                  <a:pt x="100" y="9292"/>
                </a:lnTo>
                <a:cubicBezTo>
                  <a:pt x="5" y="9451"/>
                  <a:pt x="123" y="9656"/>
                  <a:pt x="295" y="9656"/>
                </a:cubicBezTo>
                <a:cubicBezTo>
                  <a:pt x="302" y="9656"/>
                  <a:pt x="308" y="9656"/>
                  <a:pt x="315" y="9655"/>
                </a:cubicBezTo>
                <a:lnTo>
                  <a:pt x="958" y="9589"/>
                </a:lnTo>
                <a:cubicBezTo>
                  <a:pt x="1024" y="9589"/>
                  <a:pt x="1075" y="9574"/>
                  <a:pt x="1108" y="9523"/>
                </a:cubicBezTo>
                <a:lnTo>
                  <a:pt x="2428" y="8154"/>
                </a:lnTo>
                <a:cubicBezTo>
                  <a:pt x="2428" y="8154"/>
                  <a:pt x="2428" y="8137"/>
                  <a:pt x="2444" y="8137"/>
                </a:cubicBezTo>
                <a:cubicBezTo>
                  <a:pt x="2657" y="8137"/>
                  <a:pt x="4029" y="8158"/>
                  <a:pt x="5730" y="8158"/>
                </a:cubicBezTo>
                <a:cubicBezTo>
                  <a:pt x="6138" y="8158"/>
                  <a:pt x="6565" y="8157"/>
                  <a:pt x="7000" y="8154"/>
                </a:cubicBezTo>
                <a:lnTo>
                  <a:pt x="7000" y="8154"/>
                </a:lnTo>
                <a:lnTo>
                  <a:pt x="5547" y="14310"/>
                </a:lnTo>
                <a:cubicBezTo>
                  <a:pt x="5507" y="14473"/>
                  <a:pt x="5633" y="14613"/>
                  <a:pt x="5780" y="14613"/>
                </a:cubicBezTo>
                <a:cubicBezTo>
                  <a:pt x="5812" y="14613"/>
                  <a:pt x="5845" y="14606"/>
                  <a:pt x="5877" y="14592"/>
                </a:cubicBezTo>
                <a:lnTo>
                  <a:pt x="6406" y="14394"/>
                </a:lnTo>
                <a:cubicBezTo>
                  <a:pt x="6456" y="14361"/>
                  <a:pt x="6505" y="14328"/>
                  <a:pt x="6538" y="14277"/>
                </a:cubicBezTo>
                <a:lnTo>
                  <a:pt x="7495" y="12396"/>
                </a:lnTo>
                <a:lnTo>
                  <a:pt x="8188" y="12380"/>
                </a:lnTo>
                <a:cubicBezTo>
                  <a:pt x="8354" y="12380"/>
                  <a:pt x="8486" y="12231"/>
                  <a:pt x="8486" y="12050"/>
                </a:cubicBezTo>
                <a:cubicBezTo>
                  <a:pt x="8486" y="11893"/>
                  <a:pt x="8353" y="11751"/>
                  <a:pt x="8199" y="11751"/>
                </a:cubicBezTo>
                <a:cubicBezTo>
                  <a:pt x="8190" y="11751"/>
                  <a:pt x="8181" y="11752"/>
                  <a:pt x="8173" y="11752"/>
                </a:cubicBezTo>
                <a:lnTo>
                  <a:pt x="7825" y="11752"/>
                </a:lnTo>
                <a:lnTo>
                  <a:pt x="8173" y="11092"/>
                </a:lnTo>
                <a:lnTo>
                  <a:pt x="8849" y="11075"/>
                </a:lnTo>
                <a:cubicBezTo>
                  <a:pt x="9031" y="11059"/>
                  <a:pt x="9163" y="10927"/>
                  <a:pt x="9163" y="10745"/>
                </a:cubicBezTo>
                <a:cubicBezTo>
                  <a:pt x="9163" y="10580"/>
                  <a:pt x="9014" y="10432"/>
                  <a:pt x="8833" y="10432"/>
                </a:cubicBezTo>
                <a:lnTo>
                  <a:pt x="8486" y="10448"/>
                </a:lnTo>
                <a:lnTo>
                  <a:pt x="9691" y="8104"/>
                </a:lnTo>
                <a:cubicBezTo>
                  <a:pt x="11028" y="8071"/>
                  <a:pt x="12183" y="8005"/>
                  <a:pt x="12795" y="7890"/>
                </a:cubicBezTo>
                <a:cubicBezTo>
                  <a:pt x="14395" y="7609"/>
                  <a:pt x="14478" y="7146"/>
                  <a:pt x="14445" y="6965"/>
                </a:cubicBezTo>
                <a:cubicBezTo>
                  <a:pt x="14445" y="6783"/>
                  <a:pt x="14280" y="6354"/>
                  <a:pt x="12711" y="6222"/>
                </a:cubicBezTo>
                <a:cubicBezTo>
                  <a:pt x="12509" y="6200"/>
                  <a:pt x="12247" y="6191"/>
                  <a:pt x="11939" y="6191"/>
                </a:cubicBezTo>
                <a:cubicBezTo>
                  <a:pt x="11317" y="6191"/>
                  <a:pt x="10508" y="6228"/>
                  <a:pt x="9625" y="6272"/>
                </a:cubicBezTo>
                <a:lnTo>
                  <a:pt x="8354" y="4043"/>
                </a:lnTo>
                <a:lnTo>
                  <a:pt x="8701" y="4043"/>
                </a:lnTo>
                <a:cubicBezTo>
                  <a:pt x="8882" y="4043"/>
                  <a:pt x="9014" y="3895"/>
                  <a:pt x="9014" y="3713"/>
                </a:cubicBezTo>
                <a:cubicBezTo>
                  <a:pt x="9014" y="3556"/>
                  <a:pt x="8880" y="3415"/>
                  <a:pt x="8710" y="3415"/>
                </a:cubicBezTo>
                <a:cubicBezTo>
                  <a:pt x="8702" y="3415"/>
                  <a:pt x="8693" y="3415"/>
                  <a:pt x="8684" y="3416"/>
                </a:cubicBezTo>
                <a:lnTo>
                  <a:pt x="8008" y="3416"/>
                </a:lnTo>
                <a:lnTo>
                  <a:pt x="7627" y="2773"/>
                </a:lnTo>
                <a:lnTo>
                  <a:pt x="7975" y="2755"/>
                </a:lnTo>
                <a:cubicBezTo>
                  <a:pt x="8155" y="2755"/>
                  <a:pt x="8288" y="2623"/>
                  <a:pt x="8288" y="2442"/>
                </a:cubicBezTo>
                <a:cubicBezTo>
                  <a:pt x="8288" y="2260"/>
                  <a:pt x="8140" y="2128"/>
                  <a:pt x="7957" y="2128"/>
                </a:cubicBezTo>
                <a:lnTo>
                  <a:pt x="7281" y="2145"/>
                </a:lnTo>
                <a:lnTo>
                  <a:pt x="6241" y="312"/>
                </a:lnTo>
                <a:cubicBezTo>
                  <a:pt x="6208" y="264"/>
                  <a:pt x="6159" y="213"/>
                  <a:pt x="6109" y="198"/>
                </a:cubicBezTo>
                <a:lnTo>
                  <a:pt x="5564" y="15"/>
                </a:lnTo>
                <a:cubicBezTo>
                  <a:pt x="5537" y="5"/>
                  <a:pt x="5509" y="0"/>
                  <a:pt x="5482" y="0"/>
                </a:cubicBezTo>
                <a:close/>
              </a:path>
            </a:pathLst>
          </a:custGeom>
          <a:solidFill>
            <a:srgbClr val="13394F">
              <a:alpha val="34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40" name="Google Shape;6940;p71"/>
          <p:cNvGrpSpPr/>
          <p:nvPr/>
        </p:nvGrpSpPr>
        <p:grpSpPr>
          <a:xfrm>
            <a:off x="6663402" y="2812131"/>
            <a:ext cx="1767373" cy="1746677"/>
            <a:chOff x="1222478" y="2289624"/>
            <a:chExt cx="2222551" cy="2196525"/>
          </a:xfrm>
        </p:grpSpPr>
        <p:sp>
          <p:nvSpPr>
            <p:cNvPr id="6941" name="Google Shape;6941;p71"/>
            <p:cNvSpPr/>
            <p:nvPr/>
          </p:nvSpPr>
          <p:spPr>
            <a:xfrm>
              <a:off x="2821333" y="3110173"/>
              <a:ext cx="99145" cy="311839"/>
            </a:xfrm>
            <a:custGeom>
              <a:avLst/>
              <a:gdLst/>
              <a:ahLst/>
              <a:cxnLst/>
              <a:rect l="l" t="t" r="r" b="b"/>
              <a:pathLst>
                <a:path w="908" h="2856" extrusionOk="0">
                  <a:moveTo>
                    <a:pt x="462" y="1"/>
                  </a:moveTo>
                  <a:cubicBezTo>
                    <a:pt x="214" y="1"/>
                    <a:pt x="16" y="199"/>
                    <a:pt x="16" y="430"/>
                  </a:cubicBezTo>
                  <a:lnTo>
                    <a:pt x="0" y="2411"/>
                  </a:lnTo>
                  <a:cubicBezTo>
                    <a:pt x="0" y="2658"/>
                    <a:pt x="198" y="2856"/>
                    <a:pt x="445" y="2856"/>
                  </a:cubicBezTo>
                  <a:cubicBezTo>
                    <a:pt x="676" y="2856"/>
                    <a:pt x="875" y="2658"/>
                    <a:pt x="875" y="2411"/>
                  </a:cubicBezTo>
                  <a:lnTo>
                    <a:pt x="892" y="446"/>
                  </a:lnTo>
                  <a:cubicBezTo>
                    <a:pt x="908" y="199"/>
                    <a:pt x="709" y="1"/>
                    <a:pt x="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2" name="Google Shape;6942;p71"/>
            <p:cNvSpPr/>
            <p:nvPr/>
          </p:nvSpPr>
          <p:spPr>
            <a:xfrm>
              <a:off x="3017655" y="3218160"/>
              <a:ext cx="97507" cy="312058"/>
            </a:xfrm>
            <a:custGeom>
              <a:avLst/>
              <a:gdLst/>
              <a:ahLst/>
              <a:cxnLst/>
              <a:rect l="l" t="t" r="r" b="b"/>
              <a:pathLst>
                <a:path w="893" h="2858" extrusionOk="0">
                  <a:moveTo>
                    <a:pt x="419" y="1"/>
                  </a:moveTo>
                  <a:cubicBezTo>
                    <a:pt x="200" y="1"/>
                    <a:pt x="18" y="193"/>
                    <a:pt x="18" y="431"/>
                  </a:cubicBezTo>
                  <a:lnTo>
                    <a:pt x="1" y="2412"/>
                  </a:lnTo>
                  <a:cubicBezTo>
                    <a:pt x="1" y="2643"/>
                    <a:pt x="183" y="2841"/>
                    <a:pt x="430" y="2857"/>
                  </a:cubicBezTo>
                  <a:cubicBezTo>
                    <a:pt x="678" y="2857"/>
                    <a:pt x="876" y="2659"/>
                    <a:pt x="876" y="2412"/>
                  </a:cubicBezTo>
                  <a:lnTo>
                    <a:pt x="892" y="431"/>
                  </a:lnTo>
                  <a:cubicBezTo>
                    <a:pt x="892" y="200"/>
                    <a:pt x="694" y="2"/>
                    <a:pt x="447" y="2"/>
                  </a:cubicBezTo>
                  <a:cubicBezTo>
                    <a:pt x="438" y="1"/>
                    <a:pt x="429" y="1"/>
                    <a:pt x="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3" name="Google Shape;6943;p71"/>
            <p:cNvSpPr/>
            <p:nvPr/>
          </p:nvSpPr>
          <p:spPr>
            <a:xfrm>
              <a:off x="1752373" y="3101110"/>
              <a:ext cx="99363" cy="311949"/>
            </a:xfrm>
            <a:custGeom>
              <a:avLst/>
              <a:gdLst/>
              <a:ahLst/>
              <a:cxnLst/>
              <a:rect l="l" t="t" r="r" b="b"/>
              <a:pathLst>
                <a:path w="910" h="2857" extrusionOk="0">
                  <a:moveTo>
                    <a:pt x="463" y="0"/>
                  </a:moveTo>
                  <a:cubicBezTo>
                    <a:pt x="216" y="0"/>
                    <a:pt x="18" y="198"/>
                    <a:pt x="18" y="447"/>
                  </a:cubicBezTo>
                  <a:lnTo>
                    <a:pt x="1" y="2410"/>
                  </a:lnTo>
                  <a:cubicBezTo>
                    <a:pt x="1" y="2659"/>
                    <a:pt x="199" y="2857"/>
                    <a:pt x="447" y="2857"/>
                  </a:cubicBezTo>
                  <a:cubicBezTo>
                    <a:pt x="678" y="2857"/>
                    <a:pt x="876" y="2675"/>
                    <a:pt x="876" y="2428"/>
                  </a:cubicBezTo>
                  <a:lnTo>
                    <a:pt x="892" y="447"/>
                  </a:lnTo>
                  <a:cubicBezTo>
                    <a:pt x="909" y="198"/>
                    <a:pt x="711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4" name="Google Shape;6944;p71"/>
            <p:cNvSpPr/>
            <p:nvPr/>
          </p:nvSpPr>
          <p:spPr>
            <a:xfrm>
              <a:off x="1556051" y="3205603"/>
              <a:ext cx="97397" cy="312058"/>
            </a:xfrm>
            <a:custGeom>
              <a:avLst/>
              <a:gdLst/>
              <a:ahLst/>
              <a:cxnLst/>
              <a:rect l="l" t="t" r="r" b="b"/>
              <a:pathLst>
                <a:path w="892" h="2858" extrusionOk="0">
                  <a:moveTo>
                    <a:pt x="462" y="1"/>
                  </a:moveTo>
                  <a:cubicBezTo>
                    <a:pt x="214" y="1"/>
                    <a:pt x="16" y="199"/>
                    <a:pt x="16" y="447"/>
                  </a:cubicBezTo>
                  <a:lnTo>
                    <a:pt x="0" y="2411"/>
                  </a:lnTo>
                  <a:cubicBezTo>
                    <a:pt x="0" y="2659"/>
                    <a:pt x="198" y="2857"/>
                    <a:pt x="429" y="2857"/>
                  </a:cubicBezTo>
                  <a:cubicBezTo>
                    <a:pt x="676" y="2857"/>
                    <a:pt x="874" y="2675"/>
                    <a:pt x="874" y="2428"/>
                  </a:cubicBezTo>
                  <a:lnTo>
                    <a:pt x="892" y="447"/>
                  </a:lnTo>
                  <a:cubicBezTo>
                    <a:pt x="892" y="199"/>
                    <a:pt x="694" y="1"/>
                    <a:pt x="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5" name="Google Shape;6945;p71"/>
            <p:cNvSpPr/>
            <p:nvPr/>
          </p:nvSpPr>
          <p:spPr>
            <a:xfrm>
              <a:off x="2426505" y="2992905"/>
              <a:ext cx="1018524" cy="683295"/>
            </a:xfrm>
            <a:custGeom>
              <a:avLst/>
              <a:gdLst/>
              <a:ahLst/>
              <a:cxnLst/>
              <a:rect l="l" t="t" r="r" b="b"/>
              <a:pathLst>
                <a:path w="9328" h="6258" extrusionOk="0">
                  <a:moveTo>
                    <a:pt x="1" y="1"/>
                  </a:moveTo>
                  <a:lnTo>
                    <a:pt x="100" y="3897"/>
                  </a:lnTo>
                  <a:lnTo>
                    <a:pt x="8899" y="6241"/>
                  </a:lnTo>
                  <a:cubicBezTo>
                    <a:pt x="8932" y="6258"/>
                    <a:pt x="8947" y="6258"/>
                    <a:pt x="8980" y="6258"/>
                  </a:cubicBezTo>
                  <a:cubicBezTo>
                    <a:pt x="9179" y="6258"/>
                    <a:pt x="9328" y="6093"/>
                    <a:pt x="9328" y="5910"/>
                  </a:cubicBezTo>
                  <a:cubicBezTo>
                    <a:pt x="9328" y="5877"/>
                    <a:pt x="9328" y="5829"/>
                    <a:pt x="9311" y="5796"/>
                  </a:cubicBezTo>
                  <a:lnTo>
                    <a:pt x="9031" y="5052"/>
                  </a:lnTo>
                  <a:cubicBezTo>
                    <a:pt x="9013" y="4970"/>
                    <a:pt x="8947" y="4904"/>
                    <a:pt x="8881" y="4871"/>
                  </a:cubicBezTo>
                  <a:lnTo>
                    <a:pt x="6290" y="3452"/>
                  </a:lnTo>
                  <a:lnTo>
                    <a:pt x="5415" y="2972"/>
                  </a:lnTo>
                  <a:lnTo>
                    <a:pt x="4508" y="2477"/>
                  </a:lnTo>
                  <a:lnTo>
                    <a:pt x="3632" y="19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6" name="Google Shape;6946;p71"/>
            <p:cNvSpPr/>
            <p:nvPr/>
          </p:nvSpPr>
          <p:spPr>
            <a:xfrm>
              <a:off x="1222478" y="2991267"/>
              <a:ext cx="1027478" cy="668664"/>
            </a:xfrm>
            <a:custGeom>
              <a:avLst/>
              <a:gdLst/>
              <a:ahLst/>
              <a:cxnLst/>
              <a:rect l="l" t="t" r="r" b="b"/>
              <a:pathLst>
                <a:path w="9410" h="6124" extrusionOk="0">
                  <a:moveTo>
                    <a:pt x="9410" y="0"/>
                  </a:moveTo>
                  <a:lnTo>
                    <a:pt x="5745" y="1931"/>
                  </a:lnTo>
                  <a:lnTo>
                    <a:pt x="4871" y="2410"/>
                  </a:lnTo>
                  <a:lnTo>
                    <a:pt x="3947" y="2888"/>
                  </a:lnTo>
                  <a:lnTo>
                    <a:pt x="3055" y="3350"/>
                  </a:lnTo>
                  <a:lnTo>
                    <a:pt x="463" y="4737"/>
                  </a:lnTo>
                  <a:cubicBezTo>
                    <a:pt x="381" y="4770"/>
                    <a:pt x="331" y="4836"/>
                    <a:pt x="298" y="4919"/>
                  </a:cubicBezTo>
                  <a:lnTo>
                    <a:pt x="18" y="5646"/>
                  </a:lnTo>
                  <a:cubicBezTo>
                    <a:pt x="1" y="5694"/>
                    <a:pt x="1" y="5727"/>
                    <a:pt x="1" y="5778"/>
                  </a:cubicBezTo>
                  <a:cubicBezTo>
                    <a:pt x="1" y="5958"/>
                    <a:pt x="150" y="6124"/>
                    <a:pt x="331" y="6124"/>
                  </a:cubicBezTo>
                  <a:cubicBezTo>
                    <a:pt x="364" y="6124"/>
                    <a:pt x="397" y="6124"/>
                    <a:pt x="430" y="6108"/>
                  </a:cubicBezTo>
                  <a:lnTo>
                    <a:pt x="9245" y="3896"/>
                  </a:lnTo>
                  <a:lnTo>
                    <a:pt x="94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7" name="Google Shape;6947;p71"/>
            <p:cNvSpPr/>
            <p:nvPr/>
          </p:nvSpPr>
          <p:spPr>
            <a:xfrm>
              <a:off x="2025454" y="2289624"/>
              <a:ext cx="642256" cy="2196525"/>
            </a:xfrm>
            <a:custGeom>
              <a:avLst/>
              <a:gdLst/>
              <a:ahLst/>
              <a:cxnLst/>
              <a:rect l="l" t="t" r="r" b="b"/>
              <a:pathLst>
                <a:path w="5882" h="20117" extrusionOk="0">
                  <a:moveTo>
                    <a:pt x="2771" y="0"/>
                  </a:moveTo>
                  <a:cubicBezTo>
                    <a:pt x="2751" y="0"/>
                    <a:pt x="2732" y="2"/>
                    <a:pt x="2716" y="4"/>
                  </a:cubicBezTo>
                  <a:cubicBezTo>
                    <a:pt x="2708" y="4"/>
                    <a:pt x="2699" y="3"/>
                    <a:pt x="2691" y="3"/>
                  </a:cubicBezTo>
                  <a:cubicBezTo>
                    <a:pt x="2415" y="3"/>
                    <a:pt x="1834" y="270"/>
                    <a:pt x="1594" y="2381"/>
                  </a:cubicBezTo>
                  <a:cubicBezTo>
                    <a:pt x="1264" y="5172"/>
                    <a:pt x="2073" y="16495"/>
                    <a:pt x="2089" y="16826"/>
                  </a:cubicBezTo>
                  <a:lnTo>
                    <a:pt x="224" y="18509"/>
                  </a:lnTo>
                  <a:cubicBezTo>
                    <a:pt x="174" y="18558"/>
                    <a:pt x="141" y="18641"/>
                    <a:pt x="125" y="18723"/>
                  </a:cubicBezTo>
                  <a:lnTo>
                    <a:pt x="26" y="19615"/>
                  </a:lnTo>
                  <a:cubicBezTo>
                    <a:pt x="1" y="19818"/>
                    <a:pt x="171" y="19973"/>
                    <a:pt x="349" y="19973"/>
                  </a:cubicBezTo>
                  <a:cubicBezTo>
                    <a:pt x="402" y="19973"/>
                    <a:pt x="455" y="19959"/>
                    <a:pt x="504" y="19929"/>
                  </a:cubicBezTo>
                  <a:lnTo>
                    <a:pt x="2980" y="18459"/>
                  </a:lnTo>
                  <a:lnTo>
                    <a:pt x="5374" y="20061"/>
                  </a:lnTo>
                  <a:cubicBezTo>
                    <a:pt x="5430" y="20099"/>
                    <a:pt x="5491" y="20117"/>
                    <a:pt x="5551" y="20117"/>
                  </a:cubicBezTo>
                  <a:cubicBezTo>
                    <a:pt x="5721" y="20117"/>
                    <a:pt x="5881" y="19975"/>
                    <a:pt x="5870" y="19780"/>
                  </a:cubicBezTo>
                  <a:lnTo>
                    <a:pt x="5819" y="18872"/>
                  </a:lnTo>
                  <a:cubicBezTo>
                    <a:pt x="5819" y="18789"/>
                    <a:pt x="5786" y="18723"/>
                    <a:pt x="5720" y="18657"/>
                  </a:cubicBezTo>
                  <a:lnTo>
                    <a:pt x="3872" y="16775"/>
                  </a:lnTo>
                  <a:lnTo>
                    <a:pt x="3856" y="16760"/>
                  </a:lnTo>
                  <a:cubicBezTo>
                    <a:pt x="3872" y="16016"/>
                    <a:pt x="4318" y="5073"/>
                    <a:pt x="3922" y="2348"/>
                  </a:cubicBezTo>
                  <a:cubicBezTo>
                    <a:pt x="3615" y="262"/>
                    <a:pt x="3037" y="0"/>
                    <a:pt x="2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8" name="Google Shape;6948;p71"/>
            <p:cNvSpPr/>
            <p:nvPr/>
          </p:nvSpPr>
          <p:spPr>
            <a:xfrm>
              <a:off x="2217409" y="2591092"/>
              <a:ext cx="34504" cy="19872"/>
            </a:xfrm>
            <a:custGeom>
              <a:avLst/>
              <a:gdLst/>
              <a:ahLst/>
              <a:cxnLst/>
              <a:rect l="l" t="t" r="r" b="b"/>
              <a:pathLst>
                <a:path w="316" h="182" extrusionOk="0">
                  <a:moveTo>
                    <a:pt x="84" y="1"/>
                  </a:moveTo>
                  <a:cubicBezTo>
                    <a:pt x="34" y="1"/>
                    <a:pt x="1" y="49"/>
                    <a:pt x="1" y="100"/>
                  </a:cubicBezTo>
                  <a:cubicBezTo>
                    <a:pt x="1" y="148"/>
                    <a:pt x="51" y="181"/>
                    <a:pt x="100" y="181"/>
                  </a:cubicBezTo>
                  <a:lnTo>
                    <a:pt x="232" y="181"/>
                  </a:lnTo>
                  <a:cubicBezTo>
                    <a:pt x="282" y="181"/>
                    <a:pt x="315" y="133"/>
                    <a:pt x="315" y="82"/>
                  </a:cubicBezTo>
                  <a:cubicBezTo>
                    <a:pt x="315" y="34"/>
                    <a:pt x="265" y="1"/>
                    <a:pt x="2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9" name="Google Shape;6949;p71"/>
            <p:cNvSpPr/>
            <p:nvPr/>
          </p:nvSpPr>
          <p:spPr>
            <a:xfrm>
              <a:off x="2217409" y="2672110"/>
              <a:ext cx="34504" cy="20309"/>
            </a:xfrm>
            <a:custGeom>
              <a:avLst/>
              <a:gdLst/>
              <a:ahLst/>
              <a:cxnLst/>
              <a:rect l="l" t="t" r="r" b="b"/>
              <a:pathLst>
                <a:path w="316" h="186" extrusionOk="0">
                  <a:moveTo>
                    <a:pt x="100" y="1"/>
                  </a:moveTo>
                  <a:cubicBezTo>
                    <a:pt x="51" y="1"/>
                    <a:pt x="1" y="51"/>
                    <a:pt x="1" y="100"/>
                  </a:cubicBezTo>
                  <a:cubicBezTo>
                    <a:pt x="1" y="143"/>
                    <a:pt x="39" y="186"/>
                    <a:pt x="81" y="186"/>
                  </a:cubicBezTo>
                  <a:cubicBezTo>
                    <a:pt x="87" y="186"/>
                    <a:pt x="93" y="185"/>
                    <a:pt x="100" y="183"/>
                  </a:cubicBezTo>
                  <a:lnTo>
                    <a:pt x="232" y="183"/>
                  </a:lnTo>
                  <a:cubicBezTo>
                    <a:pt x="282" y="183"/>
                    <a:pt x="315" y="133"/>
                    <a:pt x="315" y="84"/>
                  </a:cubicBezTo>
                  <a:cubicBezTo>
                    <a:pt x="315" y="34"/>
                    <a:pt x="282" y="1"/>
                    <a:pt x="2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0" name="Google Shape;6950;p71"/>
            <p:cNvSpPr/>
            <p:nvPr/>
          </p:nvSpPr>
          <p:spPr>
            <a:xfrm>
              <a:off x="2217409" y="2749743"/>
              <a:ext cx="36142" cy="21728"/>
            </a:xfrm>
            <a:custGeom>
              <a:avLst/>
              <a:gdLst/>
              <a:ahLst/>
              <a:cxnLst/>
              <a:rect l="l" t="t" r="r" b="b"/>
              <a:pathLst>
                <a:path w="331" h="199" extrusionOk="0">
                  <a:moveTo>
                    <a:pt x="232" y="0"/>
                  </a:moveTo>
                  <a:lnTo>
                    <a:pt x="100" y="16"/>
                  </a:lnTo>
                  <a:cubicBezTo>
                    <a:pt x="51" y="16"/>
                    <a:pt x="1" y="49"/>
                    <a:pt x="1" y="99"/>
                  </a:cubicBezTo>
                  <a:cubicBezTo>
                    <a:pt x="18" y="148"/>
                    <a:pt x="51" y="198"/>
                    <a:pt x="100" y="198"/>
                  </a:cubicBezTo>
                  <a:lnTo>
                    <a:pt x="232" y="181"/>
                  </a:lnTo>
                  <a:cubicBezTo>
                    <a:pt x="282" y="181"/>
                    <a:pt x="331" y="148"/>
                    <a:pt x="315" y="99"/>
                  </a:cubicBezTo>
                  <a:cubicBezTo>
                    <a:pt x="315" y="49"/>
                    <a:pt x="282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1" name="Google Shape;6951;p71"/>
            <p:cNvSpPr/>
            <p:nvPr/>
          </p:nvSpPr>
          <p:spPr>
            <a:xfrm>
              <a:off x="2215662" y="2830760"/>
              <a:ext cx="36251" cy="21728"/>
            </a:xfrm>
            <a:custGeom>
              <a:avLst/>
              <a:gdLst/>
              <a:ahLst/>
              <a:cxnLst/>
              <a:rect l="l" t="t" r="r" b="b"/>
              <a:pathLst>
                <a:path w="332" h="199" extrusionOk="0">
                  <a:moveTo>
                    <a:pt x="232" y="0"/>
                  </a:moveTo>
                  <a:lnTo>
                    <a:pt x="100" y="17"/>
                  </a:lnTo>
                  <a:cubicBezTo>
                    <a:pt x="50" y="17"/>
                    <a:pt x="1" y="50"/>
                    <a:pt x="17" y="117"/>
                  </a:cubicBezTo>
                  <a:cubicBezTo>
                    <a:pt x="17" y="165"/>
                    <a:pt x="50" y="198"/>
                    <a:pt x="100" y="198"/>
                  </a:cubicBezTo>
                  <a:lnTo>
                    <a:pt x="232" y="198"/>
                  </a:lnTo>
                  <a:cubicBezTo>
                    <a:pt x="281" y="198"/>
                    <a:pt x="331" y="150"/>
                    <a:pt x="331" y="99"/>
                  </a:cubicBezTo>
                  <a:cubicBezTo>
                    <a:pt x="314" y="50"/>
                    <a:pt x="281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2" name="Google Shape;6952;p71"/>
            <p:cNvSpPr/>
            <p:nvPr/>
          </p:nvSpPr>
          <p:spPr>
            <a:xfrm>
              <a:off x="2217409" y="2909703"/>
              <a:ext cx="34504" cy="20309"/>
            </a:xfrm>
            <a:custGeom>
              <a:avLst/>
              <a:gdLst/>
              <a:ahLst/>
              <a:cxnLst/>
              <a:rect l="l" t="t" r="r" b="b"/>
              <a:pathLst>
                <a:path w="316" h="186" extrusionOk="0">
                  <a:moveTo>
                    <a:pt x="235" y="1"/>
                  </a:moveTo>
                  <a:cubicBezTo>
                    <a:pt x="229" y="1"/>
                    <a:pt x="222" y="2"/>
                    <a:pt x="216" y="4"/>
                  </a:cubicBezTo>
                  <a:lnTo>
                    <a:pt x="100" y="4"/>
                  </a:lnTo>
                  <a:cubicBezTo>
                    <a:pt x="34" y="4"/>
                    <a:pt x="1" y="54"/>
                    <a:pt x="1" y="103"/>
                  </a:cubicBezTo>
                  <a:cubicBezTo>
                    <a:pt x="1" y="153"/>
                    <a:pt x="51" y="186"/>
                    <a:pt x="100" y="186"/>
                  </a:cubicBezTo>
                  <a:lnTo>
                    <a:pt x="232" y="186"/>
                  </a:lnTo>
                  <a:cubicBezTo>
                    <a:pt x="282" y="186"/>
                    <a:pt x="315" y="136"/>
                    <a:pt x="315" y="87"/>
                  </a:cubicBezTo>
                  <a:cubicBezTo>
                    <a:pt x="315" y="43"/>
                    <a:pt x="277" y="1"/>
                    <a:pt x="2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3" name="Google Shape;6953;p71"/>
            <p:cNvSpPr/>
            <p:nvPr/>
          </p:nvSpPr>
          <p:spPr>
            <a:xfrm>
              <a:off x="2217409" y="2991267"/>
              <a:ext cx="36142" cy="19763"/>
            </a:xfrm>
            <a:custGeom>
              <a:avLst/>
              <a:gdLst/>
              <a:ahLst/>
              <a:cxnLst/>
              <a:rect l="l" t="t" r="r" b="b"/>
              <a:pathLst>
                <a:path w="331" h="181" extrusionOk="0">
                  <a:moveTo>
                    <a:pt x="100" y="0"/>
                  </a:moveTo>
                  <a:cubicBezTo>
                    <a:pt x="51" y="0"/>
                    <a:pt x="1" y="49"/>
                    <a:pt x="18" y="99"/>
                  </a:cubicBezTo>
                  <a:cubicBezTo>
                    <a:pt x="18" y="148"/>
                    <a:pt x="51" y="181"/>
                    <a:pt x="100" y="181"/>
                  </a:cubicBezTo>
                  <a:lnTo>
                    <a:pt x="232" y="181"/>
                  </a:lnTo>
                  <a:cubicBezTo>
                    <a:pt x="282" y="181"/>
                    <a:pt x="331" y="132"/>
                    <a:pt x="331" y="82"/>
                  </a:cubicBezTo>
                  <a:cubicBezTo>
                    <a:pt x="315" y="33"/>
                    <a:pt x="282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4" name="Google Shape;6954;p71"/>
            <p:cNvSpPr/>
            <p:nvPr/>
          </p:nvSpPr>
          <p:spPr>
            <a:xfrm>
              <a:off x="2221012" y="3070537"/>
              <a:ext cx="34504" cy="19872"/>
            </a:xfrm>
            <a:custGeom>
              <a:avLst/>
              <a:gdLst/>
              <a:ahLst/>
              <a:cxnLst/>
              <a:rect l="l" t="t" r="r" b="b"/>
              <a:pathLst>
                <a:path w="316" h="182" extrusionOk="0">
                  <a:moveTo>
                    <a:pt x="84" y="0"/>
                  </a:moveTo>
                  <a:cubicBezTo>
                    <a:pt x="34" y="0"/>
                    <a:pt x="1" y="49"/>
                    <a:pt x="1" y="99"/>
                  </a:cubicBezTo>
                  <a:cubicBezTo>
                    <a:pt x="1" y="148"/>
                    <a:pt x="51" y="181"/>
                    <a:pt x="100" y="181"/>
                  </a:cubicBezTo>
                  <a:lnTo>
                    <a:pt x="232" y="181"/>
                  </a:lnTo>
                  <a:cubicBezTo>
                    <a:pt x="282" y="181"/>
                    <a:pt x="315" y="132"/>
                    <a:pt x="315" y="82"/>
                  </a:cubicBezTo>
                  <a:cubicBezTo>
                    <a:pt x="315" y="33"/>
                    <a:pt x="265" y="0"/>
                    <a:pt x="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5" name="Google Shape;6955;p71"/>
            <p:cNvSpPr/>
            <p:nvPr/>
          </p:nvSpPr>
          <p:spPr>
            <a:xfrm>
              <a:off x="2221012" y="3151555"/>
              <a:ext cx="34504" cy="19981"/>
            </a:xfrm>
            <a:custGeom>
              <a:avLst/>
              <a:gdLst/>
              <a:ahLst/>
              <a:cxnLst/>
              <a:rect l="l" t="t" r="r" b="b"/>
              <a:pathLst>
                <a:path w="316" h="183" extrusionOk="0">
                  <a:moveTo>
                    <a:pt x="100" y="1"/>
                  </a:moveTo>
                  <a:cubicBezTo>
                    <a:pt x="51" y="1"/>
                    <a:pt x="1" y="51"/>
                    <a:pt x="1" y="100"/>
                  </a:cubicBezTo>
                  <a:cubicBezTo>
                    <a:pt x="1" y="150"/>
                    <a:pt x="51" y="183"/>
                    <a:pt x="100" y="183"/>
                  </a:cubicBezTo>
                  <a:lnTo>
                    <a:pt x="232" y="183"/>
                  </a:lnTo>
                  <a:cubicBezTo>
                    <a:pt x="282" y="183"/>
                    <a:pt x="315" y="133"/>
                    <a:pt x="315" y="84"/>
                  </a:cubicBezTo>
                  <a:cubicBezTo>
                    <a:pt x="315" y="34"/>
                    <a:pt x="282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6" name="Google Shape;6956;p71"/>
            <p:cNvSpPr/>
            <p:nvPr/>
          </p:nvSpPr>
          <p:spPr>
            <a:xfrm>
              <a:off x="2222868" y="3230826"/>
              <a:ext cx="36251" cy="20090"/>
            </a:xfrm>
            <a:custGeom>
              <a:avLst/>
              <a:gdLst/>
              <a:ahLst/>
              <a:cxnLst/>
              <a:rect l="l" t="t" r="r" b="b"/>
              <a:pathLst>
                <a:path w="332" h="184" extrusionOk="0">
                  <a:moveTo>
                    <a:pt x="100" y="1"/>
                  </a:moveTo>
                  <a:cubicBezTo>
                    <a:pt x="50" y="1"/>
                    <a:pt x="1" y="51"/>
                    <a:pt x="17" y="100"/>
                  </a:cubicBezTo>
                  <a:cubicBezTo>
                    <a:pt x="17" y="150"/>
                    <a:pt x="50" y="183"/>
                    <a:pt x="100" y="183"/>
                  </a:cubicBezTo>
                  <a:lnTo>
                    <a:pt x="232" y="183"/>
                  </a:lnTo>
                  <a:cubicBezTo>
                    <a:pt x="281" y="183"/>
                    <a:pt x="331" y="133"/>
                    <a:pt x="331" y="84"/>
                  </a:cubicBezTo>
                  <a:cubicBezTo>
                    <a:pt x="314" y="34"/>
                    <a:pt x="281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7" name="Google Shape;6957;p71"/>
            <p:cNvSpPr/>
            <p:nvPr/>
          </p:nvSpPr>
          <p:spPr>
            <a:xfrm>
              <a:off x="2224615" y="3312062"/>
              <a:ext cx="34504" cy="19872"/>
            </a:xfrm>
            <a:custGeom>
              <a:avLst/>
              <a:gdLst/>
              <a:ahLst/>
              <a:cxnLst/>
              <a:rect l="l" t="t" r="r" b="b"/>
              <a:pathLst>
                <a:path w="316" h="182" extrusionOk="0">
                  <a:moveTo>
                    <a:pt x="84" y="0"/>
                  </a:moveTo>
                  <a:cubicBezTo>
                    <a:pt x="34" y="0"/>
                    <a:pt x="1" y="49"/>
                    <a:pt x="1" y="99"/>
                  </a:cubicBezTo>
                  <a:cubicBezTo>
                    <a:pt x="1" y="148"/>
                    <a:pt x="51" y="181"/>
                    <a:pt x="100" y="181"/>
                  </a:cubicBezTo>
                  <a:lnTo>
                    <a:pt x="232" y="181"/>
                  </a:lnTo>
                  <a:cubicBezTo>
                    <a:pt x="282" y="181"/>
                    <a:pt x="315" y="132"/>
                    <a:pt x="315" y="82"/>
                  </a:cubicBezTo>
                  <a:cubicBezTo>
                    <a:pt x="315" y="33"/>
                    <a:pt x="265" y="0"/>
                    <a:pt x="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8" name="Google Shape;6958;p71"/>
            <p:cNvSpPr/>
            <p:nvPr/>
          </p:nvSpPr>
          <p:spPr>
            <a:xfrm>
              <a:off x="2226471" y="3391332"/>
              <a:ext cx="34286" cy="20200"/>
            </a:xfrm>
            <a:custGeom>
              <a:avLst/>
              <a:gdLst/>
              <a:ahLst/>
              <a:cxnLst/>
              <a:rect l="l" t="t" r="r" b="b"/>
              <a:pathLst>
                <a:path w="314" h="185" extrusionOk="0">
                  <a:moveTo>
                    <a:pt x="100" y="1"/>
                  </a:moveTo>
                  <a:cubicBezTo>
                    <a:pt x="50" y="1"/>
                    <a:pt x="1" y="50"/>
                    <a:pt x="1" y="100"/>
                  </a:cubicBezTo>
                  <a:cubicBezTo>
                    <a:pt x="1" y="142"/>
                    <a:pt x="37" y="185"/>
                    <a:pt x="80" y="185"/>
                  </a:cubicBezTo>
                  <a:cubicBezTo>
                    <a:pt x="86" y="185"/>
                    <a:pt x="93" y="184"/>
                    <a:pt x="100" y="182"/>
                  </a:cubicBezTo>
                  <a:lnTo>
                    <a:pt x="232" y="182"/>
                  </a:lnTo>
                  <a:cubicBezTo>
                    <a:pt x="281" y="182"/>
                    <a:pt x="314" y="133"/>
                    <a:pt x="314" y="83"/>
                  </a:cubicBezTo>
                  <a:cubicBezTo>
                    <a:pt x="314" y="34"/>
                    <a:pt x="281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9" name="Google Shape;6959;p71"/>
            <p:cNvSpPr/>
            <p:nvPr/>
          </p:nvSpPr>
          <p:spPr>
            <a:xfrm>
              <a:off x="2228218" y="3472350"/>
              <a:ext cx="34504" cy="21728"/>
            </a:xfrm>
            <a:custGeom>
              <a:avLst/>
              <a:gdLst/>
              <a:ahLst/>
              <a:cxnLst/>
              <a:rect l="l" t="t" r="r" b="b"/>
              <a:pathLst>
                <a:path w="316" h="199" extrusionOk="0">
                  <a:moveTo>
                    <a:pt x="84" y="1"/>
                  </a:moveTo>
                  <a:cubicBezTo>
                    <a:pt x="34" y="18"/>
                    <a:pt x="1" y="51"/>
                    <a:pt x="1" y="100"/>
                  </a:cubicBezTo>
                  <a:cubicBezTo>
                    <a:pt x="1" y="150"/>
                    <a:pt x="34" y="199"/>
                    <a:pt x="84" y="199"/>
                  </a:cubicBezTo>
                  <a:lnTo>
                    <a:pt x="216" y="183"/>
                  </a:lnTo>
                  <a:cubicBezTo>
                    <a:pt x="265" y="183"/>
                    <a:pt x="315" y="150"/>
                    <a:pt x="315" y="100"/>
                  </a:cubicBezTo>
                  <a:cubicBezTo>
                    <a:pt x="315" y="34"/>
                    <a:pt x="265" y="1"/>
                    <a:pt x="2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0" name="Google Shape;6960;p71"/>
            <p:cNvSpPr/>
            <p:nvPr/>
          </p:nvSpPr>
          <p:spPr>
            <a:xfrm>
              <a:off x="2230074" y="3551730"/>
              <a:ext cx="34286" cy="20309"/>
            </a:xfrm>
            <a:custGeom>
              <a:avLst/>
              <a:gdLst/>
              <a:ahLst/>
              <a:cxnLst/>
              <a:rect l="l" t="t" r="r" b="b"/>
              <a:pathLst>
                <a:path w="314" h="186" extrusionOk="0">
                  <a:moveTo>
                    <a:pt x="83" y="0"/>
                  </a:moveTo>
                  <a:cubicBezTo>
                    <a:pt x="34" y="0"/>
                    <a:pt x="1" y="50"/>
                    <a:pt x="1" y="99"/>
                  </a:cubicBezTo>
                  <a:cubicBezTo>
                    <a:pt x="1" y="143"/>
                    <a:pt x="26" y="185"/>
                    <a:pt x="64" y="185"/>
                  </a:cubicBezTo>
                  <a:cubicBezTo>
                    <a:pt x="70" y="185"/>
                    <a:pt x="76" y="184"/>
                    <a:pt x="83" y="182"/>
                  </a:cubicBezTo>
                  <a:lnTo>
                    <a:pt x="215" y="182"/>
                  </a:lnTo>
                  <a:cubicBezTo>
                    <a:pt x="265" y="182"/>
                    <a:pt x="314" y="132"/>
                    <a:pt x="314" y="83"/>
                  </a:cubicBezTo>
                  <a:cubicBezTo>
                    <a:pt x="314" y="33"/>
                    <a:pt x="265" y="0"/>
                    <a:pt x="2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1" name="Google Shape;6961;p71"/>
            <p:cNvSpPr/>
            <p:nvPr/>
          </p:nvSpPr>
          <p:spPr>
            <a:xfrm>
              <a:off x="2406742" y="2592839"/>
              <a:ext cx="34286" cy="19981"/>
            </a:xfrm>
            <a:custGeom>
              <a:avLst/>
              <a:gdLst/>
              <a:ahLst/>
              <a:cxnLst/>
              <a:rect l="l" t="t" r="r" b="b"/>
              <a:pathLst>
                <a:path w="314" h="183" extrusionOk="0">
                  <a:moveTo>
                    <a:pt x="100" y="0"/>
                  </a:moveTo>
                  <a:cubicBezTo>
                    <a:pt x="34" y="0"/>
                    <a:pt x="1" y="33"/>
                    <a:pt x="1" y="84"/>
                  </a:cubicBezTo>
                  <a:cubicBezTo>
                    <a:pt x="1" y="132"/>
                    <a:pt x="34" y="183"/>
                    <a:pt x="83" y="183"/>
                  </a:cubicBezTo>
                  <a:lnTo>
                    <a:pt x="215" y="183"/>
                  </a:lnTo>
                  <a:cubicBezTo>
                    <a:pt x="265" y="183"/>
                    <a:pt x="314" y="150"/>
                    <a:pt x="314" y="99"/>
                  </a:cubicBezTo>
                  <a:cubicBezTo>
                    <a:pt x="314" y="33"/>
                    <a:pt x="265" y="0"/>
                    <a:pt x="2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2" name="Google Shape;6962;p71"/>
            <p:cNvSpPr/>
            <p:nvPr/>
          </p:nvSpPr>
          <p:spPr>
            <a:xfrm>
              <a:off x="2406742" y="2673966"/>
              <a:ext cx="34286" cy="19872"/>
            </a:xfrm>
            <a:custGeom>
              <a:avLst/>
              <a:gdLst/>
              <a:ahLst/>
              <a:cxnLst/>
              <a:rect l="l" t="t" r="r" b="b"/>
              <a:pathLst>
                <a:path w="314" h="182" extrusionOk="0">
                  <a:moveTo>
                    <a:pt x="100" y="1"/>
                  </a:moveTo>
                  <a:cubicBezTo>
                    <a:pt x="49" y="1"/>
                    <a:pt x="1" y="34"/>
                    <a:pt x="1" y="83"/>
                  </a:cubicBezTo>
                  <a:cubicBezTo>
                    <a:pt x="1" y="133"/>
                    <a:pt x="34" y="182"/>
                    <a:pt x="83" y="182"/>
                  </a:cubicBezTo>
                  <a:lnTo>
                    <a:pt x="215" y="182"/>
                  </a:lnTo>
                  <a:cubicBezTo>
                    <a:pt x="265" y="182"/>
                    <a:pt x="314" y="149"/>
                    <a:pt x="314" y="100"/>
                  </a:cubicBezTo>
                  <a:cubicBezTo>
                    <a:pt x="314" y="50"/>
                    <a:pt x="281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3" name="Google Shape;6963;p71"/>
            <p:cNvSpPr/>
            <p:nvPr/>
          </p:nvSpPr>
          <p:spPr>
            <a:xfrm>
              <a:off x="2406742" y="2751380"/>
              <a:ext cx="34286" cy="20418"/>
            </a:xfrm>
            <a:custGeom>
              <a:avLst/>
              <a:gdLst/>
              <a:ahLst/>
              <a:cxnLst/>
              <a:rect l="l" t="t" r="r" b="b"/>
              <a:pathLst>
                <a:path w="314" h="187" extrusionOk="0">
                  <a:moveTo>
                    <a:pt x="100" y="1"/>
                  </a:moveTo>
                  <a:cubicBezTo>
                    <a:pt x="49" y="1"/>
                    <a:pt x="1" y="51"/>
                    <a:pt x="1" y="100"/>
                  </a:cubicBezTo>
                  <a:cubicBezTo>
                    <a:pt x="1" y="150"/>
                    <a:pt x="49" y="183"/>
                    <a:pt x="100" y="183"/>
                  </a:cubicBezTo>
                  <a:lnTo>
                    <a:pt x="232" y="183"/>
                  </a:lnTo>
                  <a:cubicBezTo>
                    <a:pt x="238" y="185"/>
                    <a:pt x="244" y="186"/>
                    <a:pt x="250" y="186"/>
                  </a:cubicBezTo>
                  <a:cubicBezTo>
                    <a:pt x="289" y="186"/>
                    <a:pt x="314" y="144"/>
                    <a:pt x="314" y="100"/>
                  </a:cubicBezTo>
                  <a:cubicBezTo>
                    <a:pt x="314" y="51"/>
                    <a:pt x="281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4" name="Google Shape;6964;p71"/>
            <p:cNvSpPr/>
            <p:nvPr/>
          </p:nvSpPr>
          <p:spPr>
            <a:xfrm>
              <a:off x="2410345" y="2832616"/>
              <a:ext cx="34286" cy="21728"/>
            </a:xfrm>
            <a:custGeom>
              <a:avLst/>
              <a:gdLst/>
              <a:ahLst/>
              <a:cxnLst/>
              <a:rect l="l" t="t" r="r" b="b"/>
              <a:pathLst>
                <a:path w="314" h="199" extrusionOk="0">
                  <a:moveTo>
                    <a:pt x="83" y="0"/>
                  </a:moveTo>
                  <a:cubicBezTo>
                    <a:pt x="34" y="0"/>
                    <a:pt x="1" y="49"/>
                    <a:pt x="1" y="100"/>
                  </a:cubicBezTo>
                  <a:cubicBezTo>
                    <a:pt x="1" y="148"/>
                    <a:pt x="34" y="181"/>
                    <a:pt x="83" y="181"/>
                  </a:cubicBezTo>
                  <a:lnTo>
                    <a:pt x="215" y="199"/>
                  </a:lnTo>
                  <a:cubicBezTo>
                    <a:pt x="265" y="199"/>
                    <a:pt x="314" y="148"/>
                    <a:pt x="314" y="100"/>
                  </a:cubicBezTo>
                  <a:cubicBezTo>
                    <a:pt x="314" y="49"/>
                    <a:pt x="265" y="16"/>
                    <a:pt x="2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5" name="Google Shape;6965;p71"/>
            <p:cNvSpPr/>
            <p:nvPr/>
          </p:nvSpPr>
          <p:spPr>
            <a:xfrm>
              <a:off x="2410345" y="2910031"/>
              <a:ext cx="34286" cy="21728"/>
            </a:xfrm>
            <a:custGeom>
              <a:avLst/>
              <a:gdLst/>
              <a:ahLst/>
              <a:cxnLst/>
              <a:rect l="l" t="t" r="r" b="b"/>
              <a:pathLst>
                <a:path w="314" h="199" extrusionOk="0">
                  <a:moveTo>
                    <a:pt x="83" y="1"/>
                  </a:moveTo>
                  <a:cubicBezTo>
                    <a:pt x="34" y="1"/>
                    <a:pt x="1" y="51"/>
                    <a:pt x="1" y="100"/>
                  </a:cubicBezTo>
                  <a:cubicBezTo>
                    <a:pt x="1" y="150"/>
                    <a:pt x="34" y="183"/>
                    <a:pt x="83" y="183"/>
                  </a:cubicBezTo>
                  <a:lnTo>
                    <a:pt x="215" y="199"/>
                  </a:lnTo>
                  <a:cubicBezTo>
                    <a:pt x="265" y="199"/>
                    <a:pt x="314" y="150"/>
                    <a:pt x="314" y="100"/>
                  </a:cubicBezTo>
                  <a:cubicBezTo>
                    <a:pt x="314" y="51"/>
                    <a:pt x="265" y="18"/>
                    <a:pt x="215" y="18"/>
                  </a:cubicBezTo>
                  <a:lnTo>
                    <a:pt x="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6" name="Google Shape;6966;p71"/>
            <p:cNvSpPr/>
            <p:nvPr/>
          </p:nvSpPr>
          <p:spPr>
            <a:xfrm>
              <a:off x="2410345" y="2992577"/>
              <a:ext cx="34286" cy="20418"/>
            </a:xfrm>
            <a:custGeom>
              <a:avLst/>
              <a:gdLst/>
              <a:ahLst/>
              <a:cxnLst/>
              <a:rect l="l" t="t" r="r" b="b"/>
              <a:pathLst>
                <a:path w="314" h="187" extrusionOk="0">
                  <a:moveTo>
                    <a:pt x="75" y="1"/>
                  </a:moveTo>
                  <a:cubicBezTo>
                    <a:pt x="26" y="1"/>
                    <a:pt x="1" y="44"/>
                    <a:pt x="1" y="87"/>
                  </a:cubicBezTo>
                  <a:cubicBezTo>
                    <a:pt x="1" y="136"/>
                    <a:pt x="34" y="186"/>
                    <a:pt x="83" y="186"/>
                  </a:cubicBezTo>
                  <a:lnTo>
                    <a:pt x="215" y="186"/>
                  </a:lnTo>
                  <a:cubicBezTo>
                    <a:pt x="265" y="186"/>
                    <a:pt x="314" y="153"/>
                    <a:pt x="314" y="87"/>
                  </a:cubicBezTo>
                  <a:cubicBezTo>
                    <a:pt x="314" y="37"/>
                    <a:pt x="265" y="4"/>
                    <a:pt x="215" y="4"/>
                  </a:cubicBezTo>
                  <a:lnTo>
                    <a:pt x="100" y="4"/>
                  </a:lnTo>
                  <a:cubicBezTo>
                    <a:pt x="91" y="2"/>
                    <a:pt x="83" y="1"/>
                    <a:pt x="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7" name="Google Shape;6967;p71"/>
            <p:cNvSpPr/>
            <p:nvPr/>
          </p:nvSpPr>
          <p:spPr>
            <a:xfrm>
              <a:off x="2408489" y="3071957"/>
              <a:ext cx="34395" cy="20309"/>
            </a:xfrm>
            <a:custGeom>
              <a:avLst/>
              <a:gdLst/>
              <a:ahLst/>
              <a:cxnLst/>
              <a:rect l="l" t="t" r="r" b="b"/>
              <a:pathLst>
                <a:path w="315" h="186" extrusionOk="0">
                  <a:moveTo>
                    <a:pt x="80" y="0"/>
                  </a:moveTo>
                  <a:cubicBezTo>
                    <a:pt x="38" y="0"/>
                    <a:pt x="0" y="43"/>
                    <a:pt x="0" y="86"/>
                  </a:cubicBezTo>
                  <a:cubicBezTo>
                    <a:pt x="0" y="135"/>
                    <a:pt x="33" y="185"/>
                    <a:pt x="84" y="185"/>
                  </a:cubicBezTo>
                  <a:lnTo>
                    <a:pt x="216" y="185"/>
                  </a:lnTo>
                  <a:cubicBezTo>
                    <a:pt x="265" y="185"/>
                    <a:pt x="315" y="152"/>
                    <a:pt x="315" y="86"/>
                  </a:cubicBezTo>
                  <a:cubicBezTo>
                    <a:pt x="315" y="36"/>
                    <a:pt x="282" y="3"/>
                    <a:pt x="216" y="3"/>
                  </a:cubicBezTo>
                  <a:lnTo>
                    <a:pt x="100" y="3"/>
                  </a:lnTo>
                  <a:cubicBezTo>
                    <a:pt x="93" y="1"/>
                    <a:pt x="87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8" name="Google Shape;6968;p71"/>
            <p:cNvSpPr/>
            <p:nvPr/>
          </p:nvSpPr>
          <p:spPr>
            <a:xfrm>
              <a:off x="2408489" y="3153411"/>
              <a:ext cx="34395" cy="19872"/>
            </a:xfrm>
            <a:custGeom>
              <a:avLst/>
              <a:gdLst/>
              <a:ahLst/>
              <a:cxnLst/>
              <a:rect l="l" t="t" r="r" b="b"/>
              <a:pathLst>
                <a:path w="315" h="182" extrusionOk="0">
                  <a:moveTo>
                    <a:pt x="100" y="1"/>
                  </a:moveTo>
                  <a:cubicBezTo>
                    <a:pt x="51" y="1"/>
                    <a:pt x="0" y="34"/>
                    <a:pt x="0" y="83"/>
                  </a:cubicBezTo>
                  <a:cubicBezTo>
                    <a:pt x="0" y="133"/>
                    <a:pt x="33" y="182"/>
                    <a:pt x="84" y="182"/>
                  </a:cubicBezTo>
                  <a:lnTo>
                    <a:pt x="216" y="182"/>
                  </a:lnTo>
                  <a:cubicBezTo>
                    <a:pt x="265" y="182"/>
                    <a:pt x="315" y="149"/>
                    <a:pt x="315" y="100"/>
                  </a:cubicBezTo>
                  <a:cubicBezTo>
                    <a:pt x="315" y="50"/>
                    <a:pt x="282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9" name="Google Shape;6969;p71"/>
            <p:cNvSpPr/>
            <p:nvPr/>
          </p:nvSpPr>
          <p:spPr>
            <a:xfrm>
              <a:off x="2406742" y="3232791"/>
              <a:ext cx="34286" cy="19763"/>
            </a:xfrm>
            <a:custGeom>
              <a:avLst/>
              <a:gdLst/>
              <a:ahLst/>
              <a:cxnLst/>
              <a:rect l="l" t="t" r="r" b="b"/>
              <a:pathLst>
                <a:path w="314" h="181" extrusionOk="0">
                  <a:moveTo>
                    <a:pt x="100" y="0"/>
                  </a:moveTo>
                  <a:cubicBezTo>
                    <a:pt x="49" y="0"/>
                    <a:pt x="1" y="33"/>
                    <a:pt x="1" y="82"/>
                  </a:cubicBezTo>
                  <a:cubicBezTo>
                    <a:pt x="1" y="132"/>
                    <a:pt x="49" y="181"/>
                    <a:pt x="100" y="181"/>
                  </a:cubicBezTo>
                  <a:lnTo>
                    <a:pt x="232" y="181"/>
                  </a:lnTo>
                  <a:cubicBezTo>
                    <a:pt x="281" y="181"/>
                    <a:pt x="314" y="148"/>
                    <a:pt x="314" y="82"/>
                  </a:cubicBezTo>
                  <a:cubicBezTo>
                    <a:pt x="314" y="33"/>
                    <a:pt x="281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0" name="Google Shape;6970;p71"/>
            <p:cNvSpPr/>
            <p:nvPr/>
          </p:nvSpPr>
          <p:spPr>
            <a:xfrm>
              <a:off x="2406742" y="3313809"/>
              <a:ext cx="36142" cy="19981"/>
            </a:xfrm>
            <a:custGeom>
              <a:avLst/>
              <a:gdLst/>
              <a:ahLst/>
              <a:cxnLst/>
              <a:rect l="l" t="t" r="r" b="b"/>
              <a:pathLst>
                <a:path w="331" h="183" extrusionOk="0">
                  <a:moveTo>
                    <a:pt x="100" y="0"/>
                  </a:moveTo>
                  <a:cubicBezTo>
                    <a:pt x="49" y="0"/>
                    <a:pt x="16" y="33"/>
                    <a:pt x="1" y="83"/>
                  </a:cubicBezTo>
                  <a:cubicBezTo>
                    <a:pt x="1" y="132"/>
                    <a:pt x="49" y="182"/>
                    <a:pt x="100" y="182"/>
                  </a:cubicBezTo>
                  <a:lnTo>
                    <a:pt x="232" y="182"/>
                  </a:lnTo>
                  <a:cubicBezTo>
                    <a:pt x="281" y="182"/>
                    <a:pt x="314" y="149"/>
                    <a:pt x="314" y="99"/>
                  </a:cubicBezTo>
                  <a:cubicBezTo>
                    <a:pt x="331" y="50"/>
                    <a:pt x="281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1" name="Google Shape;6971;p71"/>
            <p:cNvSpPr/>
            <p:nvPr/>
          </p:nvSpPr>
          <p:spPr>
            <a:xfrm>
              <a:off x="2404886" y="3393079"/>
              <a:ext cx="36142" cy="19981"/>
            </a:xfrm>
            <a:custGeom>
              <a:avLst/>
              <a:gdLst/>
              <a:ahLst/>
              <a:cxnLst/>
              <a:rect l="l" t="t" r="r" b="b"/>
              <a:pathLst>
                <a:path w="331" h="183" extrusionOk="0">
                  <a:moveTo>
                    <a:pt x="100" y="1"/>
                  </a:moveTo>
                  <a:cubicBezTo>
                    <a:pt x="51" y="1"/>
                    <a:pt x="18" y="34"/>
                    <a:pt x="18" y="84"/>
                  </a:cubicBezTo>
                  <a:cubicBezTo>
                    <a:pt x="0" y="133"/>
                    <a:pt x="51" y="183"/>
                    <a:pt x="100" y="183"/>
                  </a:cubicBezTo>
                  <a:lnTo>
                    <a:pt x="232" y="183"/>
                  </a:lnTo>
                  <a:cubicBezTo>
                    <a:pt x="282" y="183"/>
                    <a:pt x="315" y="150"/>
                    <a:pt x="331" y="100"/>
                  </a:cubicBezTo>
                  <a:cubicBezTo>
                    <a:pt x="331" y="51"/>
                    <a:pt x="282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2" name="Google Shape;6972;p71"/>
            <p:cNvSpPr/>
            <p:nvPr/>
          </p:nvSpPr>
          <p:spPr>
            <a:xfrm>
              <a:off x="2406742" y="3474206"/>
              <a:ext cx="34286" cy="19872"/>
            </a:xfrm>
            <a:custGeom>
              <a:avLst/>
              <a:gdLst/>
              <a:ahLst/>
              <a:cxnLst/>
              <a:rect l="l" t="t" r="r" b="b"/>
              <a:pathLst>
                <a:path w="314" h="182" extrusionOk="0">
                  <a:moveTo>
                    <a:pt x="83" y="1"/>
                  </a:moveTo>
                  <a:cubicBezTo>
                    <a:pt x="34" y="1"/>
                    <a:pt x="1" y="34"/>
                    <a:pt x="1" y="83"/>
                  </a:cubicBezTo>
                  <a:cubicBezTo>
                    <a:pt x="1" y="149"/>
                    <a:pt x="34" y="182"/>
                    <a:pt x="83" y="182"/>
                  </a:cubicBezTo>
                  <a:lnTo>
                    <a:pt x="215" y="182"/>
                  </a:lnTo>
                  <a:cubicBezTo>
                    <a:pt x="265" y="182"/>
                    <a:pt x="314" y="149"/>
                    <a:pt x="314" y="100"/>
                  </a:cubicBezTo>
                  <a:cubicBezTo>
                    <a:pt x="314" y="50"/>
                    <a:pt x="265" y="1"/>
                    <a:pt x="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3" name="Google Shape;6973;p71"/>
            <p:cNvSpPr/>
            <p:nvPr/>
          </p:nvSpPr>
          <p:spPr>
            <a:xfrm>
              <a:off x="2404886" y="3553586"/>
              <a:ext cx="34395" cy="19872"/>
            </a:xfrm>
            <a:custGeom>
              <a:avLst/>
              <a:gdLst/>
              <a:ahLst/>
              <a:cxnLst/>
              <a:rect l="l" t="t" r="r" b="b"/>
              <a:pathLst>
                <a:path w="315" h="182" extrusionOk="0">
                  <a:moveTo>
                    <a:pt x="100" y="0"/>
                  </a:moveTo>
                  <a:cubicBezTo>
                    <a:pt x="51" y="0"/>
                    <a:pt x="0" y="33"/>
                    <a:pt x="0" y="82"/>
                  </a:cubicBezTo>
                  <a:cubicBezTo>
                    <a:pt x="0" y="132"/>
                    <a:pt x="51" y="181"/>
                    <a:pt x="100" y="181"/>
                  </a:cubicBezTo>
                  <a:lnTo>
                    <a:pt x="232" y="181"/>
                  </a:lnTo>
                  <a:cubicBezTo>
                    <a:pt x="282" y="181"/>
                    <a:pt x="315" y="148"/>
                    <a:pt x="315" y="99"/>
                  </a:cubicBezTo>
                  <a:cubicBezTo>
                    <a:pt x="315" y="49"/>
                    <a:pt x="282" y="0"/>
                    <a:pt x="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4" name="Google Shape;6974;p71"/>
            <p:cNvSpPr/>
            <p:nvPr/>
          </p:nvSpPr>
          <p:spPr>
            <a:xfrm>
              <a:off x="2320265" y="3826665"/>
              <a:ext cx="59509" cy="572252"/>
            </a:xfrm>
            <a:custGeom>
              <a:avLst/>
              <a:gdLst/>
              <a:ahLst/>
              <a:cxnLst/>
              <a:rect l="l" t="t" r="r" b="b"/>
              <a:pathLst>
                <a:path w="545" h="5241" extrusionOk="0">
                  <a:moveTo>
                    <a:pt x="272" y="0"/>
                  </a:moveTo>
                  <a:cubicBezTo>
                    <a:pt x="227" y="0"/>
                    <a:pt x="182" y="25"/>
                    <a:pt x="165" y="74"/>
                  </a:cubicBezTo>
                  <a:lnTo>
                    <a:pt x="49" y="618"/>
                  </a:lnTo>
                  <a:cubicBezTo>
                    <a:pt x="0" y="1114"/>
                    <a:pt x="66" y="5126"/>
                    <a:pt x="66" y="5126"/>
                  </a:cubicBezTo>
                  <a:cubicBezTo>
                    <a:pt x="66" y="5192"/>
                    <a:pt x="148" y="5240"/>
                    <a:pt x="247" y="5240"/>
                  </a:cubicBezTo>
                  <a:lnTo>
                    <a:pt x="363" y="5240"/>
                  </a:lnTo>
                  <a:cubicBezTo>
                    <a:pt x="462" y="5240"/>
                    <a:pt x="544" y="5192"/>
                    <a:pt x="544" y="5126"/>
                  </a:cubicBezTo>
                  <a:lnTo>
                    <a:pt x="511" y="618"/>
                  </a:lnTo>
                  <a:cubicBezTo>
                    <a:pt x="511" y="618"/>
                    <a:pt x="445" y="321"/>
                    <a:pt x="379" y="74"/>
                  </a:cubicBezTo>
                  <a:cubicBezTo>
                    <a:pt x="363" y="25"/>
                    <a:pt x="318" y="0"/>
                    <a:pt x="2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75" name="Google Shape;6975;p71"/>
          <p:cNvGrpSpPr/>
          <p:nvPr/>
        </p:nvGrpSpPr>
        <p:grpSpPr>
          <a:xfrm>
            <a:off x="5293922" y="3657061"/>
            <a:ext cx="1111938" cy="839345"/>
            <a:chOff x="4254163" y="3211772"/>
            <a:chExt cx="1574315" cy="1188369"/>
          </a:xfrm>
        </p:grpSpPr>
        <p:sp>
          <p:nvSpPr>
            <p:cNvPr id="6976" name="Google Shape;6976;p71"/>
            <p:cNvSpPr/>
            <p:nvPr/>
          </p:nvSpPr>
          <p:spPr>
            <a:xfrm>
              <a:off x="4359833" y="3211772"/>
              <a:ext cx="1344346" cy="1188369"/>
            </a:xfrm>
            <a:custGeom>
              <a:avLst/>
              <a:gdLst/>
              <a:ahLst/>
              <a:cxnLst/>
              <a:rect l="l" t="t" r="r" b="b"/>
              <a:pathLst>
                <a:path w="20355" h="17994" extrusionOk="0">
                  <a:moveTo>
                    <a:pt x="10188" y="1"/>
                  </a:moveTo>
                  <a:cubicBezTo>
                    <a:pt x="7451" y="1"/>
                    <a:pt x="4746" y="1246"/>
                    <a:pt x="2972" y="3607"/>
                  </a:cubicBezTo>
                  <a:cubicBezTo>
                    <a:pt x="1" y="7586"/>
                    <a:pt x="810" y="13231"/>
                    <a:pt x="4788" y="16203"/>
                  </a:cubicBezTo>
                  <a:cubicBezTo>
                    <a:pt x="6404" y="17410"/>
                    <a:pt x="8293" y="17993"/>
                    <a:pt x="10167" y="17993"/>
                  </a:cubicBezTo>
                  <a:cubicBezTo>
                    <a:pt x="12905" y="17993"/>
                    <a:pt x="15609" y="16748"/>
                    <a:pt x="17383" y="14387"/>
                  </a:cubicBezTo>
                  <a:cubicBezTo>
                    <a:pt x="20355" y="10408"/>
                    <a:pt x="19545" y="4780"/>
                    <a:pt x="15568" y="1791"/>
                  </a:cubicBezTo>
                  <a:cubicBezTo>
                    <a:pt x="13951" y="584"/>
                    <a:pt x="12062" y="1"/>
                    <a:pt x="101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7" name="Google Shape;6977;p71"/>
            <p:cNvSpPr/>
            <p:nvPr/>
          </p:nvSpPr>
          <p:spPr>
            <a:xfrm>
              <a:off x="5282135" y="3327877"/>
              <a:ext cx="332669" cy="528802"/>
            </a:xfrm>
            <a:custGeom>
              <a:avLst/>
              <a:gdLst/>
              <a:ahLst/>
              <a:cxnLst/>
              <a:rect l="l" t="t" r="r" b="b"/>
              <a:pathLst>
                <a:path w="5037" h="8007" extrusionOk="0">
                  <a:moveTo>
                    <a:pt x="562" y="0"/>
                  </a:moveTo>
                  <a:lnTo>
                    <a:pt x="562" y="0"/>
                  </a:lnTo>
                  <a:cubicBezTo>
                    <a:pt x="1" y="777"/>
                    <a:pt x="777" y="711"/>
                    <a:pt x="826" y="1536"/>
                  </a:cubicBezTo>
                  <a:cubicBezTo>
                    <a:pt x="892" y="2344"/>
                    <a:pt x="1123" y="2146"/>
                    <a:pt x="1288" y="2361"/>
                  </a:cubicBezTo>
                  <a:cubicBezTo>
                    <a:pt x="1453" y="2560"/>
                    <a:pt x="1189" y="3137"/>
                    <a:pt x="1321" y="3781"/>
                  </a:cubicBezTo>
                  <a:cubicBezTo>
                    <a:pt x="1453" y="4441"/>
                    <a:pt x="2015" y="4292"/>
                    <a:pt x="2675" y="4688"/>
                  </a:cubicBezTo>
                  <a:cubicBezTo>
                    <a:pt x="2882" y="4807"/>
                    <a:pt x="3035" y="4844"/>
                    <a:pt x="3153" y="4844"/>
                  </a:cubicBezTo>
                  <a:cubicBezTo>
                    <a:pt x="3340" y="4844"/>
                    <a:pt x="3439" y="4753"/>
                    <a:pt x="3523" y="4753"/>
                  </a:cubicBezTo>
                  <a:cubicBezTo>
                    <a:pt x="3555" y="4753"/>
                    <a:pt x="3585" y="4766"/>
                    <a:pt x="3616" y="4804"/>
                  </a:cubicBezTo>
                  <a:cubicBezTo>
                    <a:pt x="3797" y="5018"/>
                    <a:pt x="4094" y="5069"/>
                    <a:pt x="4194" y="5150"/>
                  </a:cubicBezTo>
                  <a:cubicBezTo>
                    <a:pt x="4277" y="5250"/>
                    <a:pt x="4161" y="5481"/>
                    <a:pt x="4392" y="5679"/>
                  </a:cubicBezTo>
                  <a:cubicBezTo>
                    <a:pt x="4607" y="5861"/>
                    <a:pt x="5036" y="8007"/>
                    <a:pt x="5036" y="8007"/>
                  </a:cubicBezTo>
                  <a:cubicBezTo>
                    <a:pt x="5036" y="8007"/>
                    <a:pt x="4937" y="4853"/>
                    <a:pt x="4094" y="3781"/>
                  </a:cubicBezTo>
                  <a:cubicBezTo>
                    <a:pt x="3253" y="2692"/>
                    <a:pt x="3517" y="2542"/>
                    <a:pt x="2708" y="1437"/>
                  </a:cubicBezTo>
                  <a:cubicBezTo>
                    <a:pt x="1916" y="330"/>
                    <a:pt x="562" y="0"/>
                    <a:pt x="5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8" name="Google Shape;6978;p71"/>
            <p:cNvSpPr/>
            <p:nvPr/>
          </p:nvSpPr>
          <p:spPr>
            <a:xfrm>
              <a:off x="4896241" y="3558897"/>
              <a:ext cx="647637" cy="602440"/>
            </a:xfrm>
            <a:custGeom>
              <a:avLst/>
              <a:gdLst/>
              <a:ahLst/>
              <a:cxnLst/>
              <a:rect l="l" t="t" r="r" b="b"/>
              <a:pathLst>
                <a:path w="9806" h="9122" extrusionOk="0">
                  <a:moveTo>
                    <a:pt x="3873" y="1"/>
                  </a:moveTo>
                  <a:cubicBezTo>
                    <a:pt x="3643" y="1"/>
                    <a:pt x="3517" y="176"/>
                    <a:pt x="3123" y="176"/>
                  </a:cubicBezTo>
                  <a:cubicBezTo>
                    <a:pt x="3072" y="176"/>
                    <a:pt x="3016" y="174"/>
                    <a:pt x="2956" y="167"/>
                  </a:cubicBezTo>
                  <a:cubicBezTo>
                    <a:pt x="2878" y="158"/>
                    <a:pt x="2808" y="154"/>
                    <a:pt x="2744" y="154"/>
                  </a:cubicBezTo>
                  <a:cubicBezTo>
                    <a:pt x="2192" y="154"/>
                    <a:pt x="2089" y="455"/>
                    <a:pt x="1734" y="794"/>
                  </a:cubicBezTo>
                  <a:cubicBezTo>
                    <a:pt x="1338" y="1157"/>
                    <a:pt x="612" y="1388"/>
                    <a:pt x="414" y="2082"/>
                  </a:cubicBezTo>
                  <a:cubicBezTo>
                    <a:pt x="330" y="2346"/>
                    <a:pt x="248" y="2577"/>
                    <a:pt x="165" y="2759"/>
                  </a:cubicBezTo>
                  <a:cubicBezTo>
                    <a:pt x="0" y="3171"/>
                    <a:pt x="149" y="3633"/>
                    <a:pt x="546" y="3849"/>
                  </a:cubicBezTo>
                  <a:cubicBezTo>
                    <a:pt x="546" y="3864"/>
                    <a:pt x="546" y="3864"/>
                    <a:pt x="561" y="3864"/>
                  </a:cubicBezTo>
                  <a:cubicBezTo>
                    <a:pt x="1090" y="4162"/>
                    <a:pt x="843" y="5268"/>
                    <a:pt x="594" y="5845"/>
                  </a:cubicBezTo>
                  <a:cubicBezTo>
                    <a:pt x="330" y="6424"/>
                    <a:pt x="1156" y="6340"/>
                    <a:pt x="1288" y="6836"/>
                  </a:cubicBezTo>
                  <a:cubicBezTo>
                    <a:pt x="1437" y="7348"/>
                    <a:pt x="1437" y="6985"/>
                    <a:pt x="2377" y="7265"/>
                  </a:cubicBezTo>
                  <a:cubicBezTo>
                    <a:pt x="3302" y="7529"/>
                    <a:pt x="2923" y="8438"/>
                    <a:pt x="3286" y="8999"/>
                  </a:cubicBezTo>
                  <a:cubicBezTo>
                    <a:pt x="3343" y="9085"/>
                    <a:pt x="3432" y="9122"/>
                    <a:pt x="3542" y="9122"/>
                  </a:cubicBezTo>
                  <a:cubicBezTo>
                    <a:pt x="4126" y="9122"/>
                    <a:pt x="5312" y="8081"/>
                    <a:pt x="5646" y="7859"/>
                  </a:cubicBezTo>
                  <a:cubicBezTo>
                    <a:pt x="5722" y="7808"/>
                    <a:pt x="5822" y="7790"/>
                    <a:pt x="5935" y="7790"/>
                  </a:cubicBezTo>
                  <a:cubicBezTo>
                    <a:pt x="6191" y="7790"/>
                    <a:pt x="6517" y="7881"/>
                    <a:pt x="6806" y="7881"/>
                  </a:cubicBezTo>
                  <a:cubicBezTo>
                    <a:pt x="7050" y="7881"/>
                    <a:pt x="7268" y="7816"/>
                    <a:pt x="7395" y="7579"/>
                  </a:cubicBezTo>
                  <a:cubicBezTo>
                    <a:pt x="7726" y="6935"/>
                    <a:pt x="8469" y="7183"/>
                    <a:pt x="9145" y="6407"/>
                  </a:cubicBezTo>
                  <a:cubicBezTo>
                    <a:pt x="9805" y="5647"/>
                    <a:pt x="9145" y="5218"/>
                    <a:pt x="8535" y="4905"/>
                  </a:cubicBezTo>
                  <a:cubicBezTo>
                    <a:pt x="7941" y="4591"/>
                    <a:pt x="7626" y="4509"/>
                    <a:pt x="6867" y="4509"/>
                  </a:cubicBezTo>
                  <a:cubicBezTo>
                    <a:pt x="6715" y="4509"/>
                    <a:pt x="6583" y="4510"/>
                    <a:pt x="6467" y="4510"/>
                  </a:cubicBezTo>
                  <a:cubicBezTo>
                    <a:pt x="6003" y="4510"/>
                    <a:pt x="5794" y="4489"/>
                    <a:pt x="5597" y="4278"/>
                  </a:cubicBezTo>
                  <a:cubicBezTo>
                    <a:pt x="5333" y="4014"/>
                    <a:pt x="5333" y="3798"/>
                    <a:pt x="4688" y="3717"/>
                  </a:cubicBezTo>
                  <a:cubicBezTo>
                    <a:pt x="4045" y="3633"/>
                    <a:pt x="4507" y="2792"/>
                    <a:pt x="4655" y="1752"/>
                  </a:cubicBezTo>
                  <a:cubicBezTo>
                    <a:pt x="4804" y="695"/>
                    <a:pt x="5018" y="563"/>
                    <a:pt x="4325" y="167"/>
                  </a:cubicBezTo>
                  <a:cubicBezTo>
                    <a:pt x="4121" y="43"/>
                    <a:pt x="3985" y="1"/>
                    <a:pt x="38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9" name="Google Shape;6979;p71"/>
            <p:cNvSpPr/>
            <p:nvPr/>
          </p:nvSpPr>
          <p:spPr>
            <a:xfrm>
              <a:off x="5023045" y="4159234"/>
              <a:ext cx="233799" cy="59438"/>
            </a:xfrm>
            <a:custGeom>
              <a:avLst/>
              <a:gdLst/>
              <a:ahLst/>
              <a:cxnLst/>
              <a:rect l="l" t="t" r="r" b="b"/>
              <a:pathLst>
                <a:path w="3540" h="900" extrusionOk="0">
                  <a:moveTo>
                    <a:pt x="2826" y="0"/>
                  </a:moveTo>
                  <a:cubicBezTo>
                    <a:pt x="2508" y="0"/>
                    <a:pt x="2149" y="35"/>
                    <a:pt x="1993" y="90"/>
                  </a:cubicBezTo>
                  <a:cubicBezTo>
                    <a:pt x="1927" y="107"/>
                    <a:pt x="1844" y="123"/>
                    <a:pt x="1745" y="140"/>
                  </a:cubicBezTo>
                  <a:cubicBezTo>
                    <a:pt x="1658" y="152"/>
                    <a:pt x="1571" y="157"/>
                    <a:pt x="1484" y="157"/>
                  </a:cubicBezTo>
                  <a:cubicBezTo>
                    <a:pt x="1323" y="157"/>
                    <a:pt x="1163" y="139"/>
                    <a:pt x="1003" y="107"/>
                  </a:cubicBezTo>
                  <a:cubicBezTo>
                    <a:pt x="884" y="81"/>
                    <a:pt x="785" y="69"/>
                    <a:pt x="702" y="69"/>
                  </a:cubicBezTo>
                  <a:cubicBezTo>
                    <a:pt x="0" y="69"/>
                    <a:pt x="456" y="899"/>
                    <a:pt x="650" y="899"/>
                  </a:cubicBezTo>
                  <a:cubicBezTo>
                    <a:pt x="652" y="899"/>
                    <a:pt x="654" y="899"/>
                    <a:pt x="655" y="899"/>
                  </a:cubicBezTo>
                  <a:cubicBezTo>
                    <a:pt x="804" y="878"/>
                    <a:pt x="959" y="850"/>
                    <a:pt x="1249" y="850"/>
                  </a:cubicBezTo>
                  <a:cubicBezTo>
                    <a:pt x="1409" y="850"/>
                    <a:pt x="1612" y="858"/>
                    <a:pt x="1877" y="882"/>
                  </a:cubicBezTo>
                  <a:cubicBezTo>
                    <a:pt x="1901" y="884"/>
                    <a:pt x="1924" y="884"/>
                    <a:pt x="1949" y="884"/>
                  </a:cubicBezTo>
                  <a:cubicBezTo>
                    <a:pt x="2678" y="884"/>
                    <a:pt x="3539" y="170"/>
                    <a:pt x="3380" y="74"/>
                  </a:cubicBezTo>
                  <a:cubicBezTo>
                    <a:pt x="3306" y="22"/>
                    <a:pt x="3080" y="0"/>
                    <a:pt x="28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0" name="Google Shape;6980;p71"/>
            <p:cNvSpPr/>
            <p:nvPr/>
          </p:nvSpPr>
          <p:spPr>
            <a:xfrm>
              <a:off x="5056860" y="3305290"/>
              <a:ext cx="121853" cy="67892"/>
            </a:xfrm>
            <a:custGeom>
              <a:avLst/>
              <a:gdLst/>
              <a:ahLst/>
              <a:cxnLst/>
              <a:rect l="l" t="t" r="r" b="b"/>
              <a:pathLst>
                <a:path w="1845" h="1028" extrusionOk="0">
                  <a:moveTo>
                    <a:pt x="916" y="0"/>
                  </a:moveTo>
                  <a:cubicBezTo>
                    <a:pt x="816" y="0"/>
                    <a:pt x="726" y="119"/>
                    <a:pt x="590" y="144"/>
                  </a:cubicBezTo>
                  <a:cubicBezTo>
                    <a:pt x="585" y="145"/>
                    <a:pt x="579" y="145"/>
                    <a:pt x="574" y="145"/>
                  </a:cubicBezTo>
                  <a:cubicBezTo>
                    <a:pt x="468" y="145"/>
                    <a:pt x="249" y="60"/>
                    <a:pt x="127" y="60"/>
                  </a:cubicBezTo>
                  <a:cubicBezTo>
                    <a:pt x="38" y="60"/>
                    <a:pt x="0" y="105"/>
                    <a:pt x="94" y="260"/>
                  </a:cubicBezTo>
                  <a:cubicBezTo>
                    <a:pt x="94" y="260"/>
                    <a:pt x="821" y="606"/>
                    <a:pt x="953" y="771"/>
                  </a:cubicBezTo>
                  <a:cubicBezTo>
                    <a:pt x="1036" y="904"/>
                    <a:pt x="1086" y="1028"/>
                    <a:pt x="1208" y="1028"/>
                  </a:cubicBezTo>
                  <a:cubicBezTo>
                    <a:pt x="1254" y="1028"/>
                    <a:pt x="1310" y="1010"/>
                    <a:pt x="1382" y="970"/>
                  </a:cubicBezTo>
                  <a:cubicBezTo>
                    <a:pt x="1629" y="837"/>
                    <a:pt x="1844" y="738"/>
                    <a:pt x="1497" y="540"/>
                  </a:cubicBezTo>
                  <a:cubicBezTo>
                    <a:pt x="1151" y="326"/>
                    <a:pt x="1167" y="177"/>
                    <a:pt x="1019" y="45"/>
                  </a:cubicBezTo>
                  <a:cubicBezTo>
                    <a:pt x="982" y="13"/>
                    <a:pt x="949" y="0"/>
                    <a:pt x="9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1" name="Google Shape;6981;p71"/>
            <p:cNvSpPr/>
            <p:nvPr/>
          </p:nvSpPr>
          <p:spPr>
            <a:xfrm>
              <a:off x="4769767" y="3211970"/>
              <a:ext cx="425858" cy="120792"/>
            </a:xfrm>
            <a:custGeom>
              <a:avLst/>
              <a:gdLst/>
              <a:ahLst/>
              <a:cxnLst/>
              <a:rect l="l" t="t" r="r" b="b"/>
              <a:pathLst>
                <a:path w="6448" h="1829" extrusionOk="0">
                  <a:moveTo>
                    <a:pt x="3968" y="1"/>
                  </a:moveTo>
                  <a:cubicBezTo>
                    <a:pt x="3160" y="1"/>
                    <a:pt x="2359" y="109"/>
                    <a:pt x="1585" y="320"/>
                  </a:cubicBezTo>
                  <a:cubicBezTo>
                    <a:pt x="1602" y="336"/>
                    <a:pt x="1602" y="336"/>
                    <a:pt x="1618" y="336"/>
                  </a:cubicBezTo>
                  <a:cubicBezTo>
                    <a:pt x="1661" y="353"/>
                    <a:pt x="1701" y="360"/>
                    <a:pt x="1738" y="360"/>
                  </a:cubicBezTo>
                  <a:cubicBezTo>
                    <a:pt x="1881" y="360"/>
                    <a:pt x="1992" y="261"/>
                    <a:pt x="2096" y="261"/>
                  </a:cubicBezTo>
                  <a:cubicBezTo>
                    <a:pt x="2147" y="261"/>
                    <a:pt x="2195" y="284"/>
                    <a:pt x="2245" y="353"/>
                  </a:cubicBezTo>
                  <a:cubicBezTo>
                    <a:pt x="2428" y="584"/>
                    <a:pt x="1074" y="501"/>
                    <a:pt x="546" y="864"/>
                  </a:cubicBezTo>
                  <a:cubicBezTo>
                    <a:pt x="0" y="1244"/>
                    <a:pt x="0" y="1326"/>
                    <a:pt x="150" y="1392"/>
                  </a:cubicBezTo>
                  <a:cubicBezTo>
                    <a:pt x="182" y="1403"/>
                    <a:pt x="210" y="1406"/>
                    <a:pt x="238" y="1406"/>
                  </a:cubicBezTo>
                  <a:cubicBezTo>
                    <a:pt x="270" y="1406"/>
                    <a:pt x="301" y="1403"/>
                    <a:pt x="340" y="1403"/>
                  </a:cubicBezTo>
                  <a:cubicBezTo>
                    <a:pt x="421" y="1403"/>
                    <a:pt x="534" y="1419"/>
                    <a:pt x="744" y="1524"/>
                  </a:cubicBezTo>
                  <a:cubicBezTo>
                    <a:pt x="897" y="1604"/>
                    <a:pt x="999" y="1612"/>
                    <a:pt x="1079" y="1612"/>
                  </a:cubicBezTo>
                  <a:cubicBezTo>
                    <a:pt x="1097" y="1612"/>
                    <a:pt x="1115" y="1611"/>
                    <a:pt x="1131" y="1611"/>
                  </a:cubicBezTo>
                  <a:cubicBezTo>
                    <a:pt x="1221" y="1611"/>
                    <a:pt x="1287" y="1623"/>
                    <a:pt x="1387" y="1772"/>
                  </a:cubicBezTo>
                  <a:cubicBezTo>
                    <a:pt x="1415" y="1812"/>
                    <a:pt x="1450" y="1829"/>
                    <a:pt x="1489" y="1829"/>
                  </a:cubicBezTo>
                  <a:cubicBezTo>
                    <a:pt x="1746" y="1829"/>
                    <a:pt x="2205" y="1095"/>
                    <a:pt x="2476" y="1095"/>
                  </a:cubicBezTo>
                  <a:cubicBezTo>
                    <a:pt x="2774" y="1095"/>
                    <a:pt x="2443" y="1524"/>
                    <a:pt x="2575" y="1640"/>
                  </a:cubicBezTo>
                  <a:cubicBezTo>
                    <a:pt x="2631" y="1690"/>
                    <a:pt x="2682" y="1711"/>
                    <a:pt x="2736" y="1711"/>
                  </a:cubicBezTo>
                  <a:cubicBezTo>
                    <a:pt x="2827" y="1711"/>
                    <a:pt x="2926" y="1651"/>
                    <a:pt x="3071" y="1557"/>
                  </a:cubicBezTo>
                  <a:cubicBezTo>
                    <a:pt x="3236" y="1442"/>
                    <a:pt x="3253" y="1128"/>
                    <a:pt x="4111" y="914"/>
                  </a:cubicBezTo>
                  <a:cubicBezTo>
                    <a:pt x="4433" y="829"/>
                    <a:pt x="4775" y="806"/>
                    <a:pt x="5094" y="806"/>
                  </a:cubicBezTo>
                  <a:cubicBezTo>
                    <a:pt x="5484" y="806"/>
                    <a:pt x="5838" y="841"/>
                    <a:pt x="6069" y="841"/>
                  </a:cubicBezTo>
                  <a:cubicBezTo>
                    <a:pt x="6347" y="841"/>
                    <a:pt x="6448" y="790"/>
                    <a:pt x="6224" y="567"/>
                  </a:cubicBezTo>
                  <a:cubicBezTo>
                    <a:pt x="6075" y="402"/>
                    <a:pt x="6042" y="320"/>
                    <a:pt x="6092" y="254"/>
                  </a:cubicBezTo>
                  <a:cubicBezTo>
                    <a:pt x="5390" y="84"/>
                    <a:pt x="4677" y="1"/>
                    <a:pt x="39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2" name="Google Shape;6982;p71"/>
            <p:cNvSpPr/>
            <p:nvPr/>
          </p:nvSpPr>
          <p:spPr>
            <a:xfrm>
              <a:off x="4424225" y="3577191"/>
              <a:ext cx="508084" cy="799907"/>
            </a:xfrm>
            <a:custGeom>
              <a:avLst/>
              <a:gdLst/>
              <a:ahLst/>
              <a:cxnLst/>
              <a:rect l="l" t="t" r="r" b="b"/>
              <a:pathLst>
                <a:path w="7693" h="12112" extrusionOk="0">
                  <a:moveTo>
                    <a:pt x="6003" y="0"/>
                  </a:moveTo>
                  <a:cubicBezTo>
                    <a:pt x="5872" y="0"/>
                    <a:pt x="5718" y="38"/>
                    <a:pt x="5481" y="187"/>
                  </a:cubicBezTo>
                  <a:cubicBezTo>
                    <a:pt x="5232" y="336"/>
                    <a:pt x="4869" y="253"/>
                    <a:pt x="4688" y="550"/>
                  </a:cubicBezTo>
                  <a:cubicBezTo>
                    <a:pt x="4506" y="847"/>
                    <a:pt x="4358" y="1078"/>
                    <a:pt x="3962" y="1195"/>
                  </a:cubicBezTo>
                  <a:cubicBezTo>
                    <a:pt x="3582" y="1309"/>
                    <a:pt x="3648" y="1309"/>
                    <a:pt x="3648" y="1558"/>
                  </a:cubicBezTo>
                  <a:cubicBezTo>
                    <a:pt x="3664" y="1815"/>
                    <a:pt x="3492" y="2384"/>
                    <a:pt x="3148" y="2384"/>
                  </a:cubicBezTo>
                  <a:cubicBezTo>
                    <a:pt x="3139" y="2384"/>
                    <a:pt x="3129" y="2384"/>
                    <a:pt x="3119" y="2383"/>
                  </a:cubicBezTo>
                  <a:cubicBezTo>
                    <a:pt x="2773" y="2350"/>
                    <a:pt x="2575" y="2267"/>
                    <a:pt x="3038" y="2086"/>
                  </a:cubicBezTo>
                  <a:cubicBezTo>
                    <a:pt x="3516" y="1888"/>
                    <a:pt x="3236" y="1789"/>
                    <a:pt x="3104" y="1624"/>
                  </a:cubicBezTo>
                  <a:cubicBezTo>
                    <a:pt x="2987" y="1475"/>
                    <a:pt x="3500" y="1276"/>
                    <a:pt x="3137" y="1029"/>
                  </a:cubicBezTo>
                  <a:cubicBezTo>
                    <a:pt x="3038" y="959"/>
                    <a:pt x="2995" y="929"/>
                    <a:pt x="2964" y="929"/>
                  </a:cubicBezTo>
                  <a:cubicBezTo>
                    <a:pt x="2885" y="929"/>
                    <a:pt x="2879" y="1123"/>
                    <a:pt x="2228" y="1360"/>
                  </a:cubicBezTo>
                  <a:cubicBezTo>
                    <a:pt x="1321" y="1673"/>
                    <a:pt x="1354" y="2020"/>
                    <a:pt x="1387" y="2581"/>
                  </a:cubicBezTo>
                  <a:cubicBezTo>
                    <a:pt x="1399" y="2798"/>
                    <a:pt x="1440" y="2856"/>
                    <a:pt x="1490" y="2856"/>
                  </a:cubicBezTo>
                  <a:cubicBezTo>
                    <a:pt x="1550" y="2856"/>
                    <a:pt x="1624" y="2775"/>
                    <a:pt x="1685" y="2775"/>
                  </a:cubicBezTo>
                  <a:cubicBezTo>
                    <a:pt x="1709" y="2775"/>
                    <a:pt x="1732" y="2789"/>
                    <a:pt x="1750" y="2828"/>
                  </a:cubicBezTo>
                  <a:cubicBezTo>
                    <a:pt x="1822" y="3018"/>
                    <a:pt x="1767" y="3220"/>
                    <a:pt x="1583" y="3220"/>
                  </a:cubicBezTo>
                  <a:cubicBezTo>
                    <a:pt x="1558" y="3220"/>
                    <a:pt x="1531" y="3216"/>
                    <a:pt x="1502" y="3208"/>
                  </a:cubicBezTo>
                  <a:cubicBezTo>
                    <a:pt x="1478" y="3202"/>
                    <a:pt x="1456" y="3199"/>
                    <a:pt x="1435" y="3199"/>
                  </a:cubicBezTo>
                  <a:cubicBezTo>
                    <a:pt x="1234" y="3199"/>
                    <a:pt x="1210" y="3497"/>
                    <a:pt x="1090" y="4067"/>
                  </a:cubicBezTo>
                  <a:cubicBezTo>
                    <a:pt x="1060" y="4222"/>
                    <a:pt x="1032" y="4286"/>
                    <a:pt x="1004" y="4286"/>
                  </a:cubicBezTo>
                  <a:cubicBezTo>
                    <a:pt x="924" y="4286"/>
                    <a:pt x="854" y="3730"/>
                    <a:pt x="793" y="3274"/>
                  </a:cubicBezTo>
                  <a:cubicBezTo>
                    <a:pt x="727" y="2663"/>
                    <a:pt x="313" y="2300"/>
                    <a:pt x="313" y="2300"/>
                  </a:cubicBezTo>
                  <a:lnTo>
                    <a:pt x="231" y="2729"/>
                  </a:lnTo>
                  <a:cubicBezTo>
                    <a:pt x="0" y="5700"/>
                    <a:pt x="1238" y="8738"/>
                    <a:pt x="3813" y="10670"/>
                  </a:cubicBezTo>
                  <a:cubicBezTo>
                    <a:pt x="4605" y="11264"/>
                    <a:pt x="5463" y="11709"/>
                    <a:pt x="6372" y="12006"/>
                  </a:cubicBezTo>
                  <a:cubicBezTo>
                    <a:pt x="6767" y="12071"/>
                    <a:pt x="7099" y="12111"/>
                    <a:pt x="7312" y="12111"/>
                  </a:cubicBezTo>
                  <a:cubicBezTo>
                    <a:pt x="7536" y="12111"/>
                    <a:pt x="7629" y="12067"/>
                    <a:pt x="7527" y="11957"/>
                  </a:cubicBezTo>
                  <a:cubicBezTo>
                    <a:pt x="6900" y="11330"/>
                    <a:pt x="4440" y="11049"/>
                    <a:pt x="4935" y="10586"/>
                  </a:cubicBezTo>
                  <a:cubicBezTo>
                    <a:pt x="4954" y="10569"/>
                    <a:pt x="4986" y="10562"/>
                    <a:pt x="5030" y="10562"/>
                  </a:cubicBezTo>
                  <a:cubicBezTo>
                    <a:pt x="5354" y="10562"/>
                    <a:pt x="6292" y="10972"/>
                    <a:pt x="6705" y="10972"/>
                  </a:cubicBezTo>
                  <a:cubicBezTo>
                    <a:pt x="6885" y="10972"/>
                    <a:pt x="6965" y="10894"/>
                    <a:pt x="6850" y="10670"/>
                  </a:cubicBezTo>
                  <a:cubicBezTo>
                    <a:pt x="6339" y="9679"/>
                    <a:pt x="5613" y="9646"/>
                    <a:pt x="5430" y="9448"/>
                  </a:cubicBezTo>
                  <a:cubicBezTo>
                    <a:pt x="5265" y="9250"/>
                    <a:pt x="3863" y="8326"/>
                    <a:pt x="3681" y="7912"/>
                  </a:cubicBezTo>
                  <a:cubicBezTo>
                    <a:pt x="3500" y="7500"/>
                    <a:pt x="5265" y="7335"/>
                    <a:pt x="5349" y="7318"/>
                  </a:cubicBezTo>
                  <a:cubicBezTo>
                    <a:pt x="5353" y="7317"/>
                    <a:pt x="5358" y="7317"/>
                    <a:pt x="5363" y="7317"/>
                  </a:cubicBezTo>
                  <a:cubicBezTo>
                    <a:pt x="5469" y="7317"/>
                    <a:pt x="5682" y="7476"/>
                    <a:pt x="5745" y="7995"/>
                  </a:cubicBezTo>
                  <a:cubicBezTo>
                    <a:pt x="5794" y="8417"/>
                    <a:pt x="5871" y="8596"/>
                    <a:pt x="6278" y="8596"/>
                  </a:cubicBezTo>
                  <a:cubicBezTo>
                    <a:pt x="6412" y="8596"/>
                    <a:pt x="6583" y="8577"/>
                    <a:pt x="6801" y="8540"/>
                  </a:cubicBezTo>
                  <a:cubicBezTo>
                    <a:pt x="7693" y="8392"/>
                    <a:pt x="7494" y="7302"/>
                    <a:pt x="6669" y="6741"/>
                  </a:cubicBezTo>
                  <a:cubicBezTo>
                    <a:pt x="5844" y="6180"/>
                    <a:pt x="4143" y="6444"/>
                    <a:pt x="5018" y="5469"/>
                  </a:cubicBezTo>
                  <a:cubicBezTo>
                    <a:pt x="5719" y="4689"/>
                    <a:pt x="5339" y="4290"/>
                    <a:pt x="5161" y="4290"/>
                  </a:cubicBezTo>
                  <a:cubicBezTo>
                    <a:pt x="5116" y="4290"/>
                    <a:pt x="5084" y="4315"/>
                    <a:pt x="5084" y="4364"/>
                  </a:cubicBezTo>
                  <a:cubicBezTo>
                    <a:pt x="5084" y="4628"/>
                    <a:pt x="4193" y="4298"/>
                    <a:pt x="4275" y="4908"/>
                  </a:cubicBezTo>
                  <a:cubicBezTo>
                    <a:pt x="4343" y="5341"/>
                    <a:pt x="3444" y="5601"/>
                    <a:pt x="2968" y="5601"/>
                  </a:cubicBezTo>
                  <a:cubicBezTo>
                    <a:pt x="2754" y="5601"/>
                    <a:pt x="2626" y="5549"/>
                    <a:pt x="2707" y="5436"/>
                  </a:cubicBezTo>
                  <a:cubicBezTo>
                    <a:pt x="2987" y="5057"/>
                    <a:pt x="3846" y="4644"/>
                    <a:pt x="3797" y="4430"/>
                  </a:cubicBezTo>
                  <a:cubicBezTo>
                    <a:pt x="3752" y="4224"/>
                    <a:pt x="4245" y="3677"/>
                    <a:pt x="4786" y="3677"/>
                  </a:cubicBezTo>
                  <a:cubicBezTo>
                    <a:pt x="4852" y="3677"/>
                    <a:pt x="4919" y="3686"/>
                    <a:pt x="4985" y="3704"/>
                  </a:cubicBezTo>
                  <a:cubicBezTo>
                    <a:pt x="5046" y="3720"/>
                    <a:pt x="5103" y="3727"/>
                    <a:pt x="5157" y="3727"/>
                  </a:cubicBezTo>
                  <a:cubicBezTo>
                    <a:pt x="5663" y="3727"/>
                    <a:pt x="5857" y="3070"/>
                    <a:pt x="5216" y="2548"/>
                  </a:cubicBezTo>
                  <a:cubicBezTo>
                    <a:pt x="4853" y="2251"/>
                    <a:pt x="5183" y="2036"/>
                    <a:pt x="5100" y="1789"/>
                  </a:cubicBezTo>
                  <a:cubicBezTo>
                    <a:pt x="5018" y="1525"/>
                    <a:pt x="6025" y="1276"/>
                    <a:pt x="6570" y="666"/>
                  </a:cubicBezTo>
                  <a:cubicBezTo>
                    <a:pt x="7055" y="121"/>
                    <a:pt x="6780" y="36"/>
                    <a:pt x="6563" y="36"/>
                  </a:cubicBezTo>
                  <a:cubicBezTo>
                    <a:pt x="6536" y="36"/>
                    <a:pt x="6510" y="37"/>
                    <a:pt x="6487" y="39"/>
                  </a:cubicBezTo>
                  <a:cubicBezTo>
                    <a:pt x="6459" y="42"/>
                    <a:pt x="6433" y="43"/>
                    <a:pt x="6408" y="43"/>
                  </a:cubicBezTo>
                  <a:cubicBezTo>
                    <a:pt x="6252" y="43"/>
                    <a:pt x="6141" y="0"/>
                    <a:pt x="60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3" name="Google Shape;6983;p71"/>
            <p:cNvSpPr/>
            <p:nvPr/>
          </p:nvSpPr>
          <p:spPr>
            <a:xfrm>
              <a:off x="4480891" y="3397421"/>
              <a:ext cx="227855" cy="186768"/>
            </a:xfrm>
            <a:custGeom>
              <a:avLst/>
              <a:gdLst/>
              <a:ahLst/>
              <a:cxnLst/>
              <a:rect l="l" t="t" r="r" b="b"/>
              <a:pathLst>
                <a:path w="3450" h="2828" extrusionOk="0">
                  <a:moveTo>
                    <a:pt x="3051" y="0"/>
                  </a:moveTo>
                  <a:cubicBezTo>
                    <a:pt x="2760" y="0"/>
                    <a:pt x="2462" y="187"/>
                    <a:pt x="2080" y="417"/>
                  </a:cubicBezTo>
                  <a:cubicBezTo>
                    <a:pt x="1684" y="681"/>
                    <a:pt x="1601" y="598"/>
                    <a:pt x="1271" y="862"/>
                  </a:cubicBezTo>
                  <a:cubicBezTo>
                    <a:pt x="1189" y="945"/>
                    <a:pt x="1073" y="1011"/>
                    <a:pt x="941" y="1077"/>
                  </a:cubicBezTo>
                  <a:cubicBezTo>
                    <a:pt x="562" y="1639"/>
                    <a:pt x="248" y="2216"/>
                    <a:pt x="1" y="2827"/>
                  </a:cubicBezTo>
                  <a:cubicBezTo>
                    <a:pt x="115" y="2711"/>
                    <a:pt x="248" y="2596"/>
                    <a:pt x="314" y="2563"/>
                  </a:cubicBezTo>
                  <a:cubicBezTo>
                    <a:pt x="432" y="2489"/>
                    <a:pt x="669" y="2152"/>
                    <a:pt x="753" y="2152"/>
                  </a:cubicBezTo>
                  <a:cubicBezTo>
                    <a:pt x="763" y="2152"/>
                    <a:pt x="771" y="2156"/>
                    <a:pt x="776" y="2167"/>
                  </a:cubicBezTo>
                  <a:cubicBezTo>
                    <a:pt x="800" y="2214"/>
                    <a:pt x="834" y="2249"/>
                    <a:pt x="885" y="2249"/>
                  </a:cubicBezTo>
                  <a:cubicBezTo>
                    <a:pt x="942" y="2249"/>
                    <a:pt x="1019" y="2205"/>
                    <a:pt x="1123" y="2084"/>
                  </a:cubicBezTo>
                  <a:cubicBezTo>
                    <a:pt x="1321" y="1837"/>
                    <a:pt x="1799" y="1441"/>
                    <a:pt x="2030" y="1192"/>
                  </a:cubicBezTo>
                  <a:cubicBezTo>
                    <a:pt x="2279" y="945"/>
                    <a:pt x="3054" y="895"/>
                    <a:pt x="3203" y="631"/>
                  </a:cubicBezTo>
                  <a:cubicBezTo>
                    <a:pt x="3335" y="384"/>
                    <a:pt x="3450" y="37"/>
                    <a:pt x="3120" y="4"/>
                  </a:cubicBezTo>
                  <a:cubicBezTo>
                    <a:pt x="3097" y="1"/>
                    <a:pt x="3074" y="0"/>
                    <a:pt x="30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4" name="Google Shape;6984;p71"/>
            <p:cNvSpPr/>
            <p:nvPr/>
          </p:nvSpPr>
          <p:spPr>
            <a:xfrm>
              <a:off x="4362012" y="3745801"/>
              <a:ext cx="78594" cy="46560"/>
            </a:xfrm>
            <a:custGeom>
              <a:avLst/>
              <a:gdLst/>
              <a:ahLst/>
              <a:cxnLst/>
              <a:rect l="l" t="t" r="r" b="b"/>
              <a:pathLst>
                <a:path w="1190" h="705" extrusionOk="0">
                  <a:moveTo>
                    <a:pt x="995" y="1"/>
                  </a:moveTo>
                  <a:cubicBezTo>
                    <a:pt x="977" y="1"/>
                    <a:pt x="959" y="4"/>
                    <a:pt x="942" y="11"/>
                  </a:cubicBezTo>
                  <a:cubicBezTo>
                    <a:pt x="925" y="28"/>
                    <a:pt x="562" y="143"/>
                    <a:pt x="117" y="374"/>
                  </a:cubicBezTo>
                  <a:cubicBezTo>
                    <a:pt x="34" y="407"/>
                    <a:pt x="1" y="523"/>
                    <a:pt x="34" y="605"/>
                  </a:cubicBezTo>
                  <a:cubicBezTo>
                    <a:pt x="67" y="671"/>
                    <a:pt x="133" y="704"/>
                    <a:pt x="199" y="704"/>
                  </a:cubicBezTo>
                  <a:cubicBezTo>
                    <a:pt x="216" y="704"/>
                    <a:pt x="249" y="688"/>
                    <a:pt x="265" y="688"/>
                  </a:cubicBezTo>
                  <a:cubicBezTo>
                    <a:pt x="694" y="473"/>
                    <a:pt x="1041" y="341"/>
                    <a:pt x="1057" y="341"/>
                  </a:cubicBezTo>
                  <a:cubicBezTo>
                    <a:pt x="1140" y="308"/>
                    <a:pt x="1189" y="209"/>
                    <a:pt x="1156" y="127"/>
                  </a:cubicBezTo>
                  <a:cubicBezTo>
                    <a:pt x="1130" y="49"/>
                    <a:pt x="1062" y="1"/>
                    <a:pt x="9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5" name="Google Shape;6985;p71"/>
            <p:cNvSpPr/>
            <p:nvPr/>
          </p:nvSpPr>
          <p:spPr>
            <a:xfrm>
              <a:off x="4254163" y="3532678"/>
              <a:ext cx="1574315" cy="434097"/>
            </a:xfrm>
            <a:custGeom>
              <a:avLst/>
              <a:gdLst/>
              <a:ahLst/>
              <a:cxnLst/>
              <a:rect l="l" t="t" r="r" b="b"/>
              <a:pathLst>
                <a:path w="23837" h="6573" extrusionOk="0">
                  <a:moveTo>
                    <a:pt x="22371" y="0"/>
                  </a:moveTo>
                  <a:cubicBezTo>
                    <a:pt x="22285" y="0"/>
                    <a:pt x="22219" y="63"/>
                    <a:pt x="22219" y="152"/>
                  </a:cubicBezTo>
                  <a:cubicBezTo>
                    <a:pt x="22202" y="251"/>
                    <a:pt x="22268" y="333"/>
                    <a:pt x="22367" y="350"/>
                  </a:cubicBezTo>
                  <a:cubicBezTo>
                    <a:pt x="23077" y="399"/>
                    <a:pt x="23489" y="581"/>
                    <a:pt x="23489" y="812"/>
                  </a:cubicBezTo>
                  <a:cubicBezTo>
                    <a:pt x="23489" y="861"/>
                    <a:pt x="23456" y="927"/>
                    <a:pt x="23423" y="993"/>
                  </a:cubicBezTo>
                  <a:cubicBezTo>
                    <a:pt x="23390" y="1092"/>
                    <a:pt x="23423" y="1191"/>
                    <a:pt x="23506" y="1224"/>
                  </a:cubicBezTo>
                  <a:cubicBezTo>
                    <a:pt x="23539" y="1241"/>
                    <a:pt x="23555" y="1257"/>
                    <a:pt x="23588" y="1257"/>
                  </a:cubicBezTo>
                  <a:cubicBezTo>
                    <a:pt x="23654" y="1257"/>
                    <a:pt x="23704" y="1208"/>
                    <a:pt x="23737" y="1158"/>
                  </a:cubicBezTo>
                  <a:cubicBezTo>
                    <a:pt x="23803" y="1026"/>
                    <a:pt x="23836" y="911"/>
                    <a:pt x="23836" y="812"/>
                  </a:cubicBezTo>
                  <a:cubicBezTo>
                    <a:pt x="23836" y="350"/>
                    <a:pt x="23357" y="86"/>
                    <a:pt x="22400" y="3"/>
                  </a:cubicBezTo>
                  <a:cubicBezTo>
                    <a:pt x="22390" y="1"/>
                    <a:pt x="22380" y="0"/>
                    <a:pt x="22371" y="0"/>
                  </a:cubicBezTo>
                  <a:close/>
                  <a:moveTo>
                    <a:pt x="22234" y="2093"/>
                  </a:moveTo>
                  <a:cubicBezTo>
                    <a:pt x="22207" y="2093"/>
                    <a:pt x="22179" y="2100"/>
                    <a:pt x="22153" y="2116"/>
                  </a:cubicBezTo>
                  <a:cubicBezTo>
                    <a:pt x="21706" y="2380"/>
                    <a:pt x="21162" y="2644"/>
                    <a:pt x="20518" y="2892"/>
                  </a:cubicBezTo>
                  <a:cubicBezTo>
                    <a:pt x="20436" y="2941"/>
                    <a:pt x="20386" y="3040"/>
                    <a:pt x="20436" y="3123"/>
                  </a:cubicBezTo>
                  <a:cubicBezTo>
                    <a:pt x="20452" y="3189"/>
                    <a:pt x="20518" y="3238"/>
                    <a:pt x="20584" y="3238"/>
                  </a:cubicBezTo>
                  <a:cubicBezTo>
                    <a:pt x="20617" y="3238"/>
                    <a:pt x="20634" y="3222"/>
                    <a:pt x="20650" y="3222"/>
                  </a:cubicBezTo>
                  <a:cubicBezTo>
                    <a:pt x="21310" y="2958"/>
                    <a:pt x="21871" y="2677"/>
                    <a:pt x="22318" y="2413"/>
                  </a:cubicBezTo>
                  <a:cubicBezTo>
                    <a:pt x="22400" y="2364"/>
                    <a:pt x="22433" y="2265"/>
                    <a:pt x="22384" y="2182"/>
                  </a:cubicBezTo>
                  <a:cubicBezTo>
                    <a:pt x="22350" y="2126"/>
                    <a:pt x="22293" y="2093"/>
                    <a:pt x="22234" y="2093"/>
                  </a:cubicBezTo>
                  <a:close/>
                  <a:moveTo>
                    <a:pt x="18880" y="3509"/>
                  </a:moveTo>
                  <a:cubicBezTo>
                    <a:pt x="18860" y="3509"/>
                    <a:pt x="18839" y="3512"/>
                    <a:pt x="18818" y="3519"/>
                  </a:cubicBezTo>
                  <a:cubicBezTo>
                    <a:pt x="18273" y="3700"/>
                    <a:pt x="17696" y="3865"/>
                    <a:pt x="17084" y="4047"/>
                  </a:cubicBezTo>
                  <a:cubicBezTo>
                    <a:pt x="16985" y="4063"/>
                    <a:pt x="16936" y="4162"/>
                    <a:pt x="16952" y="4261"/>
                  </a:cubicBezTo>
                  <a:cubicBezTo>
                    <a:pt x="16985" y="4327"/>
                    <a:pt x="17051" y="4378"/>
                    <a:pt x="17135" y="4378"/>
                  </a:cubicBezTo>
                  <a:lnTo>
                    <a:pt x="17168" y="4378"/>
                  </a:lnTo>
                  <a:cubicBezTo>
                    <a:pt x="17795" y="4213"/>
                    <a:pt x="18389" y="4030"/>
                    <a:pt x="18933" y="3849"/>
                  </a:cubicBezTo>
                  <a:cubicBezTo>
                    <a:pt x="19016" y="3816"/>
                    <a:pt x="19065" y="3717"/>
                    <a:pt x="19032" y="3634"/>
                  </a:cubicBezTo>
                  <a:cubicBezTo>
                    <a:pt x="19020" y="3556"/>
                    <a:pt x="18955" y="3509"/>
                    <a:pt x="18880" y="3509"/>
                  </a:cubicBezTo>
                  <a:close/>
                  <a:moveTo>
                    <a:pt x="15355" y="4490"/>
                  </a:moveTo>
                  <a:cubicBezTo>
                    <a:pt x="15343" y="4490"/>
                    <a:pt x="15331" y="4491"/>
                    <a:pt x="15319" y="4493"/>
                  </a:cubicBezTo>
                  <a:cubicBezTo>
                    <a:pt x="14740" y="4642"/>
                    <a:pt x="14146" y="4774"/>
                    <a:pt x="13536" y="4906"/>
                  </a:cubicBezTo>
                  <a:cubicBezTo>
                    <a:pt x="13453" y="4922"/>
                    <a:pt x="13387" y="5005"/>
                    <a:pt x="13404" y="5104"/>
                  </a:cubicBezTo>
                  <a:cubicBezTo>
                    <a:pt x="13420" y="5186"/>
                    <a:pt x="13503" y="5236"/>
                    <a:pt x="13585" y="5236"/>
                  </a:cubicBezTo>
                  <a:lnTo>
                    <a:pt x="13618" y="5236"/>
                  </a:lnTo>
                  <a:cubicBezTo>
                    <a:pt x="14229" y="5104"/>
                    <a:pt x="14824" y="4972"/>
                    <a:pt x="15401" y="4840"/>
                  </a:cubicBezTo>
                  <a:cubicBezTo>
                    <a:pt x="15500" y="4807"/>
                    <a:pt x="15550" y="4724"/>
                    <a:pt x="15533" y="4625"/>
                  </a:cubicBezTo>
                  <a:cubicBezTo>
                    <a:pt x="15504" y="4538"/>
                    <a:pt x="15437" y="4490"/>
                    <a:pt x="15355" y="4490"/>
                  </a:cubicBezTo>
                  <a:close/>
                  <a:moveTo>
                    <a:pt x="11783" y="5249"/>
                  </a:moveTo>
                  <a:cubicBezTo>
                    <a:pt x="11773" y="5249"/>
                    <a:pt x="11763" y="5250"/>
                    <a:pt x="11753" y="5252"/>
                  </a:cubicBezTo>
                  <a:cubicBezTo>
                    <a:pt x="11159" y="5368"/>
                    <a:pt x="10548" y="5467"/>
                    <a:pt x="9953" y="5566"/>
                  </a:cubicBezTo>
                  <a:cubicBezTo>
                    <a:pt x="9871" y="5582"/>
                    <a:pt x="9805" y="5665"/>
                    <a:pt x="9821" y="5764"/>
                  </a:cubicBezTo>
                  <a:cubicBezTo>
                    <a:pt x="9821" y="5846"/>
                    <a:pt x="9904" y="5912"/>
                    <a:pt x="9986" y="5912"/>
                  </a:cubicBezTo>
                  <a:cubicBezTo>
                    <a:pt x="10003" y="5912"/>
                    <a:pt x="10003" y="5912"/>
                    <a:pt x="10019" y="5896"/>
                  </a:cubicBezTo>
                  <a:cubicBezTo>
                    <a:pt x="10614" y="5813"/>
                    <a:pt x="11208" y="5698"/>
                    <a:pt x="11819" y="5599"/>
                  </a:cubicBezTo>
                  <a:cubicBezTo>
                    <a:pt x="11918" y="5582"/>
                    <a:pt x="11967" y="5483"/>
                    <a:pt x="11951" y="5384"/>
                  </a:cubicBezTo>
                  <a:cubicBezTo>
                    <a:pt x="11936" y="5310"/>
                    <a:pt x="11868" y="5249"/>
                    <a:pt x="11783" y="5249"/>
                  </a:cubicBezTo>
                  <a:close/>
                  <a:moveTo>
                    <a:pt x="393" y="4680"/>
                  </a:moveTo>
                  <a:cubicBezTo>
                    <a:pt x="335" y="4680"/>
                    <a:pt x="278" y="4705"/>
                    <a:pt x="247" y="4757"/>
                  </a:cubicBezTo>
                  <a:cubicBezTo>
                    <a:pt x="82" y="4988"/>
                    <a:pt x="0" y="5236"/>
                    <a:pt x="0" y="5483"/>
                  </a:cubicBezTo>
                  <a:cubicBezTo>
                    <a:pt x="0" y="5599"/>
                    <a:pt x="16" y="5714"/>
                    <a:pt x="49" y="5813"/>
                  </a:cubicBezTo>
                  <a:cubicBezTo>
                    <a:pt x="132" y="6077"/>
                    <a:pt x="396" y="6259"/>
                    <a:pt x="858" y="6374"/>
                  </a:cubicBezTo>
                  <a:lnTo>
                    <a:pt x="907" y="6374"/>
                  </a:lnTo>
                  <a:cubicBezTo>
                    <a:pt x="991" y="6374"/>
                    <a:pt x="1057" y="6325"/>
                    <a:pt x="1072" y="6259"/>
                  </a:cubicBezTo>
                  <a:cubicBezTo>
                    <a:pt x="1105" y="6160"/>
                    <a:pt x="1039" y="6061"/>
                    <a:pt x="958" y="6044"/>
                  </a:cubicBezTo>
                  <a:cubicBezTo>
                    <a:pt x="627" y="5962"/>
                    <a:pt x="412" y="5830"/>
                    <a:pt x="379" y="5714"/>
                  </a:cubicBezTo>
                  <a:cubicBezTo>
                    <a:pt x="363" y="5632"/>
                    <a:pt x="346" y="5566"/>
                    <a:pt x="346" y="5483"/>
                  </a:cubicBezTo>
                  <a:cubicBezTo>
                    <a:pt x="346" y="5302"/>
                    <a:pt x="412" y="5137"/>
                    <a:pt x="528" y="4955"/>
                  </a:cubicBezTo>
                  <a:cubicBezTo>
                    <a:pt x="594" y="4873"/>
                    <a:pt x="561" y="4757"/>
                    <a:pt x="495" y="4708"/>
                  </a:cubicBezTo>
                  <a:cubicBezTo>
                    <a:pt x="464" y="4689"/>
                    <a:pt x="428" y="4680"/>
                    <a:pt x="393" y="4680"/>
                  </a:cubicBezTo>
                  <a:close/>
                  <a:moveTo>
                    <a:pt x="8186" y="5828"/>
                  </a:moveTo>
                  <a:cubicBezTo>
                    <a:pt x="8176" y="5828"/>
                    <a:pt x="8165" y="5828"/>
                    <a:pt x="8155" y="5830"/>
                  </a:cubicBezTo>
                  <a:cubicBezTo>
                    <a:pt x="7543" y="5896"/>
                    <a:pt x="6933" y="5978"/>
                    <a:pt x="6355" y="6028"/>
                  </a:cubicBezTo>
                  <a:cubicBezTo>
                    <a:pt x="6256" y="6044"/>
                    <a:pt x="6190" y="6127"/>
                    <a:pt x="6190" y="6226"/>
                  </a:cubicBezTo>
                  <a:cubicBezTo>
                    <a:pt x="6207" y="6308"/>
                    <a:pt x="6273" y="6374"/>
                    <a:pt x="6372" y="6374"/>
                  </a:cubicBezTo>
                  <a:lnTo>
                    <a:pt x="6388" y="6374"/>
                  </a:lnTo>
                  <a:cubicBezTo>
                    <a:pt x="6966" y="6325"/>
                    <a:pt x="7576" y="6242"/>
                    <a:pt x="8204" y="6160"/>
                  </a:cubicBezTo>
                  <a:cubicBezTo>
                    <a:pt x="8303" y="6160"/>
                    <a:pt x="8369" y="6061"/>
                    <a:pt x="8353" y="5978"/>
                  </a:cubicBezTo>
                  <a:cubicBezTo>
                    <a:pt x="8337" y="5890"/>
                    <a:pt x="8270" y="5828"/>
                    <a:pt x="8186" y="5828"/>
                  </a:cubicBezTo>
                  <a:close/>
                  <a:moveTo>
                    <a:pt x="4539" y="6176"/>
                  </a:moveTo>
                  <a:cubicBezTo>
                    <a:pt x="3863" y="6209"/>
                    <a:pt x="3251" y="6226"/>
                    <a:pt x="2723" y="6226"/>
                  </a:cubicBezTo>
                  <a:cubicBezTo>
                    <a:pt x="2624" y="6226"/>
                    <a:pt x="2542" y="6292"/>
                    <a:pt x="2542" y="6392"/>
                  </a:cubicBezTo>
                  <a:cubicBezTo>
                    <a:pt x="2542" y="6491"/>
                    <a:pt x="2624" y="6572"/>
                    <a:pt x="2723" y="6572"/>
                  </a:cubicBezTo>
                  <a:lnTo>
                    <a:pt x="3037" y="6572"/>
                  </a:lnTo>
                  <a:cubicBezTo>
                    <a:pt x="3500" y="6572"/>
                    <a:pt x="4011" y="6557"/>
                    <a:pt x="4556" y="6524"/>
                  </a:cubicBezTo>
                  <a:cubicBezTo>
                    <a:pt x="4655" y="6524"/>
                    <a:pt x="4721" y="6440"/>
                    <a:pt x="4721" y="6341"/>
                  </a:cubicBezTo>
                  <a:cubicBezTo>
                    <a:pt x="4721" y="6242"/>
                    <a:pt x="4638" y="6176"/>
                    <a:pt x="4539" y="6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6" name="Google Shape;6986;p71"/>
            <p:cNvSpPr/>
            <p:nvPr/>
          </p:nvSpPr>
          <p:spPr>
            <a:xfrm>
              <a:off x="5543801" y="3533801"/>
              <a:ext cx="80707" cy="28530"/>
            </a:xfrm>
            <a:custGeom>
              <a:avLst/>
              <a:gdLst/>
              <a:ahLst/>
              <a:cxnLst/>
              <a:rect l="l" t="t" r="r" b="b"/>
              <a:pathLst>
                <a:path w="1222" h="432" extrusionOk="0">
                  <a:moveTo>
                    <a:pt x="1067" y="1"/>
                  </a:moveTo>
                  <a:cubicBezTo>
                    <a:pt x="1059" y="1"/>
                    <a:pt x="1050" y="1"/>
                    <a:pt x="1041" y="3"/>
                  </a:cubicBezTo>
                  <a:cubicBezTo>
                    <a:pt x="529" y="36"/>
                    <a:pt x="166" y="85"/>
                    <a:pt x="150" y="85"/>
                  </a:cubicBezTo>
                  <a:cubicBezTo>
                    <a:pt x="66" y="102"/>
                    <a:pt x="0" y="184"/>
                    <a:pt x="0" y="283"/>
                  </a:cubicBezTo>
                  <a:cubicBezTo>
                    <a:pt x="18" y="366"/>
                    <a:pt x="99" y="432"/>
                    <a:pt x="183" y="432"/>
                  </a:cubicBezTo>
                  <a:lnTo>
                    <a:pt x="199" y="432"/>
                  </a:lnTo>
                  <a:cubicBezTo>
                    <a:pt x="216" y="432"/>
                    <a:pt x="562" y="382"/>
                    <a:pt x="1057" y="349"/>
                  </a:cubicBezTo>
                  <a:cubicBezTo>
                    <a:pt x="1156" y="333"/>
                    <a:pt x="1222" y="250"/>
                    <a:pt x="1222" y="151"/>
                  </a:cubicBezTo>
                  <a:cubicBezTo>
                    <a:pt x="1208" y="76"/>
                    <a:pt x="1152" y="1"/>
                    <a:pt x="10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87" name="Google Shape;6987;p71"/>
          <p:cNvSpPr/>
          <p:nvPr/>
        </p:nvSpPr>
        <p:spPr>
          <a:xfrm>
            <a:off x="3376800" y="3959188"/>
            <a:ext cx="290550" cy="450275"/>
          </a:xfrm>
          <a:custGeom>
            <a:avLst/>
            <a:gdLst/>
            <a:ahLst/>
            <a:cxnLst/>
            <a:rect l="l" t="t" r="r" b="b"/>
            <a:pathLst>
              <a:path w="11622" h="18011" extrusionOk="0">
                <a:moveTo>
                  <a:pt x="5778" y="2741"/>
                </a:moveTo>
                <a:cubicBezTo>
                  <a:pt x="7066" y="2741"/>
                  <a:pt x="8089" y="3781"/>
                  <a:pt x="8089" y="5052"/>
                </a:cubicBezTo>
                <a:cubicBezTo>
                  <a:pt x="8089" y="6323"/>
                  <a:pt x="7066" y="7363"/>
                  <a:pt x="5778" y="7363"/>
                </a:cubicBezTo>
                <a:cubicBezTo>
                  <a:pt x="4506" y="7363"/>
                  <a:pt x="3483" y="6323"/>
                  <a:pt x="3483" y="5052"/>
                </a:cubicBezTo>
                <a:cubicBezTo>
                  <a:pt x="3483" y="3781"/>
                  <a:pt x="4506" y="2741"/>
                  <a:pt x="5778" y="2741"/>
                </a:cubicBezTo>
                <a:close/>
                <a:moveTo>
                  <a:pt x="5943" y="0"/>
                </a:moveTo>
                <a:cubicBezTo>
                  <a:pt x="2014" y="0"/>
                  <a:pt x="0" y="4523"/>
                  <a:pt x="1073" y="8931"/>
                </a:cubicBezTo>
                <a:cubicBezTo>
                  <a:pt x="2179" y="13520"/>
                  <a:pt x="5811" y="18010"/>
                  <a:pt x="5811" y="18010"/>
                </a:cubicBezTo>
                <a:cubicBezTo>
                  <a:pt x="5811" y="18010"/>
                  <a:pt x="9244" y="13619"/>
                  <a:pt x="10449" y="9079"/>
                </a:cubicBezTo>
                <a:cubicBezTo>
                  <a:pt x="11622" y="4622"/>
                  <a:pt x="9641" y="0"/>
                  <a:pt x="59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88" name="Google Shape;6988;p71"/>
          <p:cNvGrpSpPr/>
          <p:nvPr/>
        </p:nvGrpSpPr>
        <p:grpSpPr>
          <a:xfrm>
            <a:off x="893089" y="3764646"/>
            <a:ext cx="2040714" cy="839366"/>
            <a:chOff x="5609375" y="1896850"/>
            <a:chExt cx="3493775" cy="1437025"/>
          </a:xfrm>
        </p:grpSpPr>
        <p:sp>
          <p:nvSpPr>
            <p:cNvPr id="6989" name="Google Shape;6989;p71"/>
            <p:cNvSpPr/>
            <p:nvPr/>
          </p:nvSpPr>
          <p:spPr>
            <a:xfrm>
              <a:off x="5609375" y="1932550"/>
              <a:ext cx="3493775" cy="1401325"/>
            </a:xfrm>
            <a:custGeom>
              <a:avLst/>
              <a:gdLst/>
              <a:ahLst/>
              <a:cxnLst/>
              <a:rect l="l" t="t" r="r" b="b"/>
              <a:pathLst>
                <a:path w="139751" h="56053" extrusionOk="0">
                  <a:moveTo>
                    <a:pt x="69958" y="1"/>
                  </a:moveTo>
                  <a:cubicBezTo>
                    <a:pt x="69501" y="1"/>
                    <a:pt x="69042" y="294"/>
                    <a:pt x="68984" y="886"/>
                  </a:cubicBezTo>
                  <a:lnTo>
                    <a:pt x="67498" y="18366"/>
                  </a:lnTo>
                  <a:cubicBezTo>
                    <a:pt x="64824" y="18813"/>
                    <a:pt x="62365" y="20001"/>
                    <a:pt x="60268" y="21734"/>
                  </a:cubicBezTo>
                  <a:lnTo>
                    <a:pt x="30638" y="17723"/>
                  </a:lnTo>
                  <a:cubicBezTo>
                    <a:pt x="30579" y="17716"/>
                    <a:pt x="30522" y="17712"/>
                    <a:pt x="30467" y="17712"/>
                  </a:cubicBezTo>
                  <a:cubicBezTo>
                    <a:pt x="29336" y="17712"/>
                    <a:pt x="29061" y="19259"/>
                    <a:pt x="30242" y="19605"/>
                  </a:cubicBezTo>
                  <a:lnTo>
                    <a:pt x="55877" y="27082"/>
                  </a:lnTo>
                  <a:cubicBezTo>
                    <a:pt x="54391" y="29807"/>
                    <a:pt x="53500" y="32992"/>
                    <a:pt x="53385" y="36409"/>
                  </a:cubicBezTo>
                  <a:cubicBezTo>
                    <a:pt x="43332" y="35188"/>
                    <a:pt x="6604" y="30681"/>
                    <a:pt x="4110" y="30483"/>
                  </a:cubicBezTo>
                  <a:cubicBezTo>
                    <a:pt x="4088" y="30477"/>
                    <a:pt x="4065" y="30476"/>
                    <a:pt x="4040" y="30476"/>
                  </a:cubicBezTo>
                  <a:cubicBezTo>
                    <a:pt x="3990" y="30476"/>
                    <a:pt x="3935" y="30483"/>
                    <a:pt x="3879" y="30483"/>
                  </a:cubicBezTo>
                  <a:lnTo>
                    <a:pt x="1238" y="30863"/>
                  </a:lnTo>
                  <a:cubicBezTo>
                    <a:pt x="83" y="31028"/>
                    <a:pt x="1" y="32646"/>
                    <a:pt x="1123" y="32926"/>
                  </a:cubicBezTo>
                  <a:lnTo>
                    <a:pt x="22352" y="38159"/>
                  </a:lnTo>
                  <a:cubicBezTo>
                    <a:pt x="21839" y="38901"/>
                    <a:pt x="21542" y="39793"/>
                    <a:pt x="21542" y="40750"/>
                  </a:cubicBezTo>
                  <a:cubicBezTo>
                    <a:pt x="21542" y="43259"/>
                    <a:pt x="23573" y="45306"/>
                    <a:pt x="26098" y="45306"/>
                  </a:cubicBezTo>
                  <a:cubicBezTo>
                    <a:pt x="28607" y="45306"/>
                    <a:pt x="30638" y="43259"/>
                    <a:pt x="30638" y="40750"/>
                  </a:cubicBezTo>
                  <a:cubicBezTo>
                    <a:pt x="30638" y="40569"/>
                    <a:pt x="30621" y="40387"/>
                    <a:pt x="30605" y="40206"/>
                  </a:cubicBezTo>
                  <a:lnTo>
                    <a:pt x="30605" y="40206"/>
                  </a:lnTo>
                  <a:lnTo>
                    <a:pt x="34715" y="41212"/>
                  </a:lnTo>
                  <a:cubicBezTo>
                    <a:pt x="34237" y="42088"/>
                    <a:pt x="33973" y="43078"/>
                    <a:pt x="33973" y="44151"/>
                  </a:cubicBezTo>
                  <a:cubicBezTo>
                    <a:pt x="33973" y="47601"/>
                    <a:pt x="36779" y="50407"/>
                    <a:pt x="40228" y="50407"/>
                  </a:cubicBezTo>
                  <a:cubicBezTo>
                    <a:pt x="43679" y="50407"/>
                    <a:pt x="46485" y="47601"/>
                    <a:pt x="46485" y="44151"/>
                  </a:cubicBezTo>
                  <a:lnTo>
                    <a:pt x="46485" y="44117"/>
                  </a:lnTo>
                  <a:lnTo>
                    <a:pt x="55465" y="46329"/>
                  </a:lnTo>
                  <a:cubicBezTo>
                    <a:pt x="56009" y="47419"/>
                    <a:pt x="56636" y="48442"/>
                    <a:pt x="57330" y="49384"/>
                  </a:cubicBezTo>
                  <a:lnTo>
                    <a:pt x="57347" y="49400"/>
                  </a:lnTo>
                  <a:cubicBezTo>
                    <a:pt x="57842" y="50077"/>
                    <a:pt x="58386" y="50704"/>
                    <a:pt x="58965" y="51282"/>
                  </a:cubicBezTo>
                  <a:cubicBezTo>
                    <a:pt x="58980" y="51299"/>
                    <a:pt x="58998" y="51315"/>
                    <a:pt x="58998" y="51332"/>
                  </a:cubicBezTo>
                  <a:cubicBezTo>
                    <a:pt x="59278" y="51596"/>
                    <a:pt x="59559" y="51876"/>
                    <a:pt x="59856" y="52124"/>
                  </a:cubicBezTo>
                  <a:cubicBezTo>
                    <a:pt x="59872" y="52140"/>
                    <a:pt x="59889" y="52157"/>
                    <a:pt x="59905" y="52157"/>
                  </a:cubicBezTo>
                  <a:cubicBezTo>
                    <a:pt x="60202" y="52421"/>
                    <a:pt x="60499" y="52668"/>
                    <a:pt x="60813" y="52916"/>
                  </a:cubicBezTo>
                  <a:cubicBezTo>
                    <a:pt x="60846" y="52932"/>
                    <a:pt x="60862" y="52949"/>
                    <a:pt x="60895" y="52965"/>
                  </a:cubicBezTo>
                  <a:cubicBezTo>
                    <a:pt x="61177" y="53181"/>
                    <a:pt x="61474" y="53379"/>
                    <a:pt x="61771" y="53577"/>
                  </a:cubicBezTo>
                  <a:cubicBezTo>
                    <a:pt x="61804" y="53610"/>
                    <a:pt x="61853" y="53626"/>
                    <a:pt x="61886" y="53659"/>
                  </a:cubicBezTo>
                  <a:cubicBezTo>
                    <a:pt x="62216" y="53857"/>
                    <a:pt x="62530" y="54055"/>
                    <a:pt x="62876" y="54237"/>
                  </a:cubicBezTo>
                  <a:lnTo>
                    <a:pt x="62975" y="54286"/>
                  </a:lnTo>
                  <a:cubicBezTo>
                    <a:pt x="63272" y="54451"/>
                    <a:pt x="63569" y="54583"/>
                    <a:pt x="63867" y="54732"/>
                  </a:cubicBezTo>
                  <a:cubicBezTo>
                    <a:pt x="63933" y="54765"/>
                    <a:pt x="63999" y="54781"/>
                    <a:pt x="64065" y="54814"/>
                  </a:cubicBezTo>
                  <a:cubicBezTo>
                    <a:pt x="64412" y="54963"/>
                    <a:pt x="64742" y="55095"/>
                    <a:pt x="65088" y="55227"/>
                  </a:cubicBezTo>
                  <a:cubicBezTo>
                    <a:pt x="65121" y="55227"/>
                    <a:pt x="65171" y="55243"/>
                    <a:pt x="65204" y="55260"/>
                  </a:cubicBezTo>
                  <a:cubicBezTo>
                    <a:pt x="65517" y="55359"/>
                    <a:pt x="65832" y="55459"/>
                    <a:pt x="66145" y="55540"/>
                  </a:cubicBezTo>
                  <a:cubicBezTo>
                    <a:pt x="66228" y="55558"/>
                    <a:pt x="66310" y="55591"/>
                    <a:pt x="66393" y="55606"/>
                  </a:cubicBezTo>
                  <a:cubicBezTo>
                    <a:pt x="66756" y="55690"/>
                    <a:pt x="67102" y="55771"/>
                    <a:pt x="67465" y="55838"/>
                  </a:cubicBezTo>
                  <a:cubicBezTo>
                    <a:pt x="67498" y="55838"/>
                    <a:pt x="67515" y="55838"/>
                    <a:pt x="67548" y="55855"/>
                  </a:cubicBezTo>
                  <a:cubicBezTo>
                    <a:pt x="67878" y="55904"/>
                    <a:pt x="68224" y="55954"/>
                    <a:pt x="68555" y="55987"/>
                  </a:cubicBezTo>
                  <a:cubicBezTo>
                    <a:pt x="68654" y="55987"/>
                    <a:pt x="68753" y="56003"/>
                    <a:pt x="68852" y="56003"/>
                  </a:cubicBezTo>
                  <a:cubicBezTo>
                    <a:pt x="69215" y="56036"/>
                    <a:pt x="69578" y="56053"/>
                    <a:pt x="69958" y="56053"/>
                  </a:cubicBezTo>
                  <a:cubicBezTo>
                    <a:pt x="70222" y="56053"/>
                    <a:pt x="70487" y="56036"/>
                    <a:pt x="70734" y="56036"/>
                  </a:cubicBezTo>
                  <a:cubicBezTo>
                    <a:pt x="70817" y="56020"/>
                    <a:pt x="70899" y="56020"/>
                    <a:pt x="70965" y="56020"/>
                  </a:cubicBezTo>
                  <a:lnTo>
                    <a:pt x="71510" y="55970"/>
                  </a:lnTo>
                  <a:cubicBezTo>
                    <a:pt x="71592" y="55954"/>
                    <a:pt x="71691" y="55954"/>
                    <a:pt x="71774" y="55937"/>
                  </a:cubicBezTo>
                  <a:cubicBezTo>
                    <a:pt x="71955" y="55921"/>
                    <a:pt x="72153" y="55888"/>
                    <a:pt x="72351" y="55855"/>
                  </a:cubicBezTo>
                  <a:cubicBezTo>
                    <a:pt x="72401" y="55838"/>
                    <a:pt x="72467" y="55838"/>
                    <a:pt x="72516" y="55822"/>
                  </a:cubicBezTo>
                  <a:cubicBezTo>
                    <a:pt x="72765" y="55789"/>
                    <a:pt x="73012" y="55738"/>
                    <a:pt x="73260" y="55672"/>
                  </a:cubicBezTo>
                  <a:lnTo>
                    <a:pt x="73458" y="55624"/>
                  </a:lnTo>
                  <a:cubicBezTo>
                    <a:pt x="73639" y="55591"/>
                    <a:pt x="73804" y="55540"/>
                    <a:pt x="73986" y="55492"/>
                  </a:cubicBezTo>
                  <a:cubicBezTo>
                    <a:pt x="74068" y="55459"/>
                    <a:pt x="74167" y="55441"/>
                    <a:pt x="74250" y="55408"/>
                  </a:cubicBezTo>
                  <a:cubicBezTo>
                    <a:pt x="74415" y="55359"/>
                    <a:pt x="74563" y="55309"/>
                    <a:pt x="74728" y="55243"/>
                  </a:cubicBezTo>
                  <a:cubicBezTo>
                    <a:pt x="74811" y="55227"/>
                    <a:pt x="74893" y="55194"/>
                    <a:pt x="74977" y="55177"/>
                  </a:cubicBezTo>
                  <a:cubicBezTo>
                    <a:pt x="75190" y="55095"/>
                    <a:pt x="75422" y="54996"/>
                    <a:pt x="75653" y="54913"/>
                  </a:cubicBezTo>
                  <a:cubicBezTo>
                    <a:pt x="75686" y="54897"/>
                    <a:pt x="75736" y="54864"/>
                    <a:pt x="75769" y="54847"/>
                  </a:cubicBezTo>
                  <a:cubicBezTo>
                    <a:pt x="75967" y="54765"/>
                    <a:pt x="76148" y="54682"/>
                    <a:pt x="76330" y="54600"/>
                  </a:cubicBezTo>
                  <a:cubicBezTo>
                    <a:pt x="76412" y="54567"/>
                    <a:pt x="76495" y="54517"/>
                    <a:pt x="76577" y="54484"/>
                  </a:cubicBezTo>
                  <a:cubicBezTo>
                    <a:pt x="76726" y="54402"/>
                    <a:pt x="76858" y="54336"/>
                    <a:pt x="76990" y="54270"/>
                  </a:cubicBezTo>
                  <a:cubicBezTo>
                    <a:pt x="77089" y="54220"/>
                    <a:pt x="77171" y="54171"/>
                    <a:pt x="77270" y="54121"/>
                  </a:cubicBezTo>
                  <a:cubicBezTo>
                    <a:pt x="77402" y="54039"/>
                    <a:pt x="77552" y="53956"/>
                    <a:pt x="77684" y="53874"/>
                  </a:cubicBezTo>
                  <a:cubicBezTo>
                    <a:pt x="77766" y="53824"/>
                    <a:pt x="77832" y="53775"/>
                    <a:pt x="77915" y="53742"/>
                  </a:cubicBezTo>
                  <a:cubicBezTo>
                    <a:pt x="78113" y="53610"/>
                    <a:pt x="78311" y="53478"/>
                    <a:pt x="78492" y="53346"/>
                  </a:cubicBezTo>
                  <a:cubicBezTo>
                    <a:pt x="78591" y="53295"/>
                    <a:pt x="78674" y="53229"/>
                    <a:pt x="78756" y="53163"/>
                  </a:cubicBezTo>
                  <a:lnTo>
                    <a:pt x="79103" y="52916"/>
                  </a:lnTo>
                  <a:cubicBezTo>
                    <a:pt x="79202" y="52850"/>
                    <a:pt x="79284" y="52767"/>
                    <a:pt x="79383" y="52701"/>
                  </a:cubicBezTo>
                  <a:lnTo>
                    <a:pt x="79680" y="52454"/>
                  </a:lnTo>
                  <a:cubicBezTo>
                    <a:pt x="79779" y="52371"/>
                    <a:pt x="79878" y="52289"/>
                    <a:pt x="79962" y="52206"/>
                  </a:cubicBezTo>
                  <a:lnTo>
                    <a:pt x="80308" y="51909"/>
                  </a:lnTo>
                  <a:cubicBezTo>
                    <a:pt x="80457" y="51777"/>
                    <a:pt x="80605" y="51629"/>
                    <a:pt x="80754" y="51497"/>
                  </a:cubicBezTo>
                  <a:cubicBezTo>
                    <a:pt x="80836" y="51414"/>
                    <a:pt x="80919" y="51332"/>
                    <a:pt x="81001" y="51233"/>
                  </a:cubicBezTo>
                  <a:lnTo>
                    <a:pt x="81298" y="50936"/>
                  </a:lnTo>
                  <a:cubicBezTo>
                    <a:pt x="81364" y="50852"/>
                    <a:pt x="81447" y="50770"/>
                    <a:pt x="81513" y="50687"/>
                  </a:cubicBezTo>
                  <a:cubicBezTo>
                    <a:pt x="81612" y="50588"/>
                    <a:pt x="81711" y="50473"/>
                    <a:pt x="81810" y="50357"/>
                  </a:cubicBezTo>
                  <a:cubicBezTo>
                    <a:pt x="81859" y="50291"/>
                    <a:pt x="81925" y="50209"/>
                    <a:pt x="81991" y="50143"/>
                  </a:cubicBezTo>
                  <a:cubicBezTo>
                    <a:pt x="82207" y="49879"/>
                    <a:pt x="82405" y="49631"/>
                    <a:pt x="82603" y="49367"/>
                  </a:cubicBezTo>
                  <a:cubicBezTo>
                    <a:pt x="82636" y="49334"/>
                    <a:pt x="82652" y="49301"/>
                    <a:pt x="82685" y="49268"/>
                  </a:cubicBezTo>
                  <a:cubicBezTo>
                    <a:pt x="82784" y="49136"/>
                    <a:pt x="82867" y="48988"/>
                    <a:pt x="82966" y="48856"/>
                  </a:cubicBezTo>
                  <a:cubicBezTo>
                    <a:pt x="83015" y="48790"/>
                    <a:pt x="83065" y="48706"/>
                    <a:pt x="83114" y="48640"/>
                  </a:cubicBezTo>
                  <a:cubicBezTo>
                    <a:pt x="83213" y="48508"/>
                    <a:pt x="83296" y="48360"/>
                    <a:pt x="83378" y="48228"/>
                  </a:cubicBezTo>
                  <a:cubicBezTo>
                    <a:pt x="83428" y="48162"/>
                    <a:pt x="83477" y="48096"/>
                    <a:pt x="83510" y="48013"/>
                  </a:cubicBezTo>
                  <a:cubicBezTo>
                    <a:pt x="83824" y="47518"/>
                    <a:pt x="84104" y="47023"/>
                    <a:pt x="84368" y="46495"/>
                  </a:cubicBezTo>
                  <a:cubicBezTo>
                    <a:pt x="84401" y="46428"/>
                    <a:pt x="84419" y="46380"/>
                    <a:pt x="84452" y="46329"/>
                  </a:cubicBezTo>
                  <a:cubicBezTo>
                    <a:pt x="84452" y="46314"/>
                    <a:pt x="84467" y="46296"/>
                    <a:pt x="84467" y="46281"/>
                  </a:cubicBezTo>
                  <a:lnTo>
                    <a:pt x="93266" y="44117"/>
                  </a:lnTo>
                  <a:lnTo>
                    <a:pt x="93266" y="44151"/>
                  </a:lnTo>
                  <a:cubicBezTo>
                    <a:pt x="93266" y="47601"/>
                    <a:pt x="96056" y="50407"/>
                    <a:pt x="99506" y="50407"/>
                  </a:cubicBezTo>
                  <a:cubicBezTo>
                    <a:pt x="102973" y="50407"/>
                    <a:pt x="105762" y="47601"/>
                    <a:pt x="105762" y="44151"/>
                  </a:cubicBezTo>
                  <a:cubicBezTo>
                    <a:pt x="105762" y="43078"/>
                    <a:pt x="105498" y="42088"/>
                    <a:pt x="105035" y="41212"/>
                  </a:cubicBezTo>
                  <a:lnTo>
                    <a:pt x="109146" y="40206"/>
                  </a:lnTo>
                  <a:lnTo>
                    <a:pt x="109146" y="40206"/>
                  </a:lnTo>
                  <a:cubicBezTo>
                    <a:pt x="109113" y="40387"/>
                    <a:pt x="109096" y="40569"/>
                    <a:pt x="109096" y="40750"/>
                  </a:cubicBezTo>
                  <a:cubicBezTo>
                    <a:pt x="109096" y="43259"/>
                    <a:pt x="111143" y="45306"/>
                    <a:pt x="113652" y="45306"/>
                  </a:cubicBezTo>
                  <a:cubicBezTo>
                    <a:pt x="116161" y="45306"/>
                    <a:pt x="118192" y="43259"/>
                    <a:pt x="118192" y="40750"/>
                  </a:cubicBezTo>
                  <a:cubicBezTo>
                    <a:pt x="118192" y="39793"/>
                    <a:pt x="117895" y="38901"/>
                    <a:pt x="117383" y="38159"/>
                  </a:cubicBezTo>
                  <a:lnTo>
                    <a:pt x="138611" y="32926"/>
                  </a:lnTo>
                  <a:cubicBezTo>
                    <a:pt x="139751" y="32646"/>
                    <a:pt x="139668" y="31028"/>
                    <a:pt x="138512" y="30863"/>
                  </a:cubicBezTo>
                  <a:lnTo>
                    <a:pt x="135855" y="30483"/>
                  </a:lnTo>
                  <a:cubicBezTo>
                    <a:pt x="135800" y="30483"/>
                    <a:pt x="135752" y="30476"/>
                    <a:pt x="135702" y="30476"/>
                  </a:cubicBezTo>
                  <a:cubicBezTo>
                    <a:pt x="135677" y="30476"/>
                    <a:pt x="135651" y="30477"/>
                    <a:pt x="135624" y="30483"/>
                  </a:cubicBezTo>
                  <a:cubicBezTo>
                    <a:pt x="133148" y="30681"/>
                    <a:pt x="96832" y="35122"/>
                    <a:pt x="86532" y="36392"/>
                  </a:cubicBezTo>
                  <a:cubicBezTo>
                    <a:pt x="86433" y="33042"/>
                    <a:pt x="85557" y="29921"/>
                    <a:pt x="84121" y="27247"/>
                  </a:cubicBezTo>
                  <a:lnTo>
                    <a:pt x="110285" y="19605"/>
                  </a:lnTo>
                  <a:cubicBezTo>
                    <a:pt x="111466" y="19259"/>
                    <a:pt x="111191" y="17712"/>
                    <a:pt x="110060" y="17712"/>
                  </a:cubicBezTo>
                  <a:cubicBezTo>
                    <a:pt x="110005" y="17712"/>
                    <a:pt x="109948" y="17716"/>
                    <a:pt x="109889" y="17723"/>
                  </a:cubicBezTo>
                  <a:lnTo>
                    <a:pt x="79746" y="21800"/>
                  </a:lnTo>
                  <a:cubicBezTo>
                    <a:pt x="77585" y="20001"/>
                    <a:pt x="75025" y="18780"/>
                    <a:pt x="72269" y="18333"/>
                  </a:cubicBezTo>
                  <a:lnTo>
                    <a:pt x="70916" y="886"/>
                  </a:lnTo>
                  <a:cubicBezTo>
                    <a:pt x="70874" y="298"/>
                    <a:pt x="70417" y="1"/>
                    <a:pt x="69958" y="1"/>
                  </a:cubicBezTo>
                  <a:close/>
                </a:path>
              </a:pathLst>
            </a:custGeom>
            <a:solidFill>
              <a:srgbClr val="13394F">
                <a:alpha val="34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0" name="Google Shape;6990;p71"/>
            <p:cNvSpPr/>
            <p:nvPr/>
          </p:nvSpPr>
          <p:spPr>
            <a:xfrm>
              <a:off x="7671425" y="2658725"/>
              <a:ext cx="1431725" cy="399475"/>
            </a:xfrm>
            <a:custGeom>
              <a:avLst/>
              <a:gdLst/>
              <a:ahLst/>
              <a:cxnLst/>
              <a:rect l="l" t="t" r="r" b="b"/>
              <a:pathLst>
                <a:path w="57269" h="15979" extrusionOk="0">
                  <a:moveTo>
                    <a:pt x="53142" y="0"/>
                  </a:moveTo>
                  <a:cubicBezTo>
                    <a:pt x="50484" y="231"/>
                    <a:pt x="8473" y="5364"/>
                    <a:pt x="2135" y="6157"/>
                  </a:cubicBezTo>
                  <a:cubicBezTo>
                    <a:pt x="1673" y="6207"/>
                    <a:pt x="1292" y="6570"/>
                    <a:pt x="1226" y="7048"/>
                  </a:cubicBezTo>
                  <a:lnTo>
                    <a:pt x="88" y="14773"/>
                  </a:lnTo>
                  <a:cubicBezTo>
                    <a:pt x="1" y="15427"/>
                    <a:pt x="513" y="15978"/>
                    <a:pt x="1132" y="15978"/>
                  </a:cubicBezTo>
                  <a:cubicBezTo>
                    <a:pt x="1217" y="15978"/>
                    <a:pt x="1304" y="15968"/>
                    <a:pt x="1391" y="15946"/>
                  </a:cubicBezTo>
                  <a:lnTo>
                    <a:pt x="56129" y="2459"/>
                  </a:lnTo>
                  <a:cubicBezTo>
                    <a:pt x="57269" y="2179"/>
                    <a:pt x="57186" y="544"/>
                    <a:pt x="56030" y="379"/>
                  </a:cubicBezTo>
                  <a:lnTo>
                    <a:pt x="53373" y="16"/>
                  </a:lnTo>
                  <a:cubicBezTo>
                    <a:pt x="53290" y="0"/>
                    <a:pt x="53224" y="0"/>
                    <a:pt x="53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1" name="Google Shape;6991;p71"/>
            <p:cNvSpPr/>
            <p:nvPr/>
          </p:nvSpPr>
          <p:spPr>
            <a:xfrm>
              <a:off x="8336775" y="2801900"/>
              <a:ext cx="227425" cy="227425"/>
            </a:xfrm>
            <a:custGeom>
              <a:avLst/>
              <a:gdLst/>
              <a:ahLst/>
              <a:cxnLst/>
              <a:rect l="l" t="t" r="r" b="b"/>
              <a:pathLst>
                <a:path w="9097" h="9097" extrusionOk="0">
                  <a:moveTo>
                    <a:pt x="4556" y="0"/>
                  </a:moveTo>
                  <a:cubicBezTo>
                    <a:pt x="2047" y="0"/>
                    <a:pt x="0" y="2032"/>
                    <a:pt x="0" y="4541"/>
                  </a:cubicBezTo>
                  <a:cubicBezTo>
                    <a:pt x="0" y="7066"/>
                    <a:pt x="2047" y="9097"/>
                    <a:pt x="4556" y="9097"/>
                  </a:cubicBezTo>
                  <a:cubicBezTo>
                    <a:pt x="7065" y="9097"/>
                    <a:pt x="9096" y="7066"/>
                    <a:pt x="9096" y="4541"/>
                  </a:cubicBezTo>
                  <a:cubicBezTo>
                    <a:pt x="9096" y="2032"/>
                    <a:pt x="7065" y="0"/>
                    <a:pt x="45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2" name="Google Shape;6992;p71"/>
            <p:cNvSpPr/>
            <p:nvPr/>
          </p:nvSpPr>
          <p:spPr>
            <a:xfrm>
              <a:off x="8355750" y="2820875"/>
              <a:ext cx="189850" cy="189475"/>
            </a:xfrm>
            <a:custGeom>
              <a:avLst/>
              <a:gdLst/>
              <a:ahLst/>
              <a:cxnLst/>
              <a:rect l="l" t="t" r="r" b="b"/>
              <a:pathLst>
                <a:path w="7594" h="7579" extrusionOk="0">
                  <a:moveTo>
                    <a:pt x="3797" y="1"/>
                  </a:moveTo>
                  <a:cubicBezTo>
                    <a:pt x="1701" y="1"/>
                    <a:pt x="1" y="1685"/>
                    <a:pt x="1" y="3782"/>
                  </a:cubicBezTo>
                  <a:cubicBezTo>
                    <a:pt x="1" y="5877"/>
                    <a:pt x="1701" y="7578"/>
                    <a:pt x="3797" y="7578"/>
                  </a:cubicBezTo>
                  <a:cubicBezTo>
                    <a:pt x="5894" y="7578"/>
                    <a:pt x="7594" y="5877"/>
                    <a:pt x="7594" y="3782"/>
                  </a:cubicBezTo>
                  <a:cubicBezTo>
                    <a:pt x="7594" y="1685"/>
                    <a:pt x="5894" y="1"/>
                    <a:pt x="3797" y="1"/>
                  </a:cubicBezTo>
                  <a:close/>
                </a:path>
              </a:pathLst>
            </a:custGeom>
            <a:solidFill>
              <a:srgbClr val="9F9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3" name="Google Shape;6993;p71"/>
            <p:cNvSpPr/>
            <p:nvPr/>
          </p:nvSpPr>
          <p:spPr>
            <a:xfrm>
              <a:off x="7941025" y="2844000"/>
              <a:ext cx="312400" cy="312825"/>
            </a:xfrm>
            <a:custGeom>
              <a:avLst/>
              <a:gdLst/>
              <a:ahLst/>
              <a:cxnLst/>
              <a:rect l="l" t="t" r="r" b="b"/>
              <a:pathLst>
                <a:path w="12496" h="12513" extrusionOk="0">
                  <a:moveTo>
                    <a:pt x="6240" y="0"/>
                  </a:moveTo>
                  <a:cubicBezTo>
                    <a:pt x="2790" y="0"/>
                    <a:pt x="0" y="2806"/>
                    <a:pt x="0" y="6257"/>
                  </a:cubicBezTo>
                  <a:cubicBezTo>
                    <a:pt x="0" y="9706"/>
                    <a:pt x="2790" y="12513"/>
                    <a:pt x="6240" y="12513"/>
                  </a:cubicBezTo>
                  <a:cubicBezTo>
                    <a:pt x="9707" y="12513"/>
                    <a:pt x="12496" y="9706"/>
                    <a:pt x="12496" y="6257"/>
                  </a:cubicBezTo>
                  <a:cubicBezTo>
                    <a:pt x="12496" y="2806"/>
                    <a:pt x="9707" y="0"/>
                    <a:pt x="62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4" name="Google Shape;6994;p71"/>
            <p:cNvSpPr/>
            <p:nvPr/>
          </p:nvSpPr>
          <p:spPr>
            <a:xfrm>
              <a:off x="7966600" y="2870000"/>
              <a:ext cx="260850" cy="260850"/>
            </a:xfrm>
            <a:custGeom>
              <a:avLst/>
              <a:gdLst/>
              <a:ahLst/>
              <a:cxnLst/>
              <a:rect l="l" t="t" r="r" b="b"/>
              <a:pathLst>
                <a:path w="10434" h="10434" extrusionOk="0">
                  <a:moveTo>
                    <a:pt x="5217" y="1"/>
                  </a:moveTo>
                  <a:cubicBezTo>
                    <a:pt x="2345" y="1"/>
                    <a:pt x="1" y="2345"/>
                    <a:pt x="1" y="5217"/>
                  </a:cubicBezTo>
                  <a:cubicBezTo>
                    <a:pt x="1" y="8105"/>
                    <a:pt x="2345" y="10433"/>
                    <a:pt x="5217" y="10433"/>
                  </a:cubicBezTo>
                  <a:cubicBezTo>
                    <a:pt x="8105" y="10433"/>
                    <a:pt x="10433" y="8105"/>
                    <a:pt x="10433" y="5217"/>
                  </a:cubicBezTo>
                  <a:cubicBezTo>
                    <a:pt x="10433" y="2345"/>
                    <a:pt x="8105" y="1"/>
                    <a:pt x="5217" y="1"/>
                  </a:cubicBezTo>
                  <a:close/>
                </a:path>
              </a:pathLst>
            </a:custGeom>
            <a:solidFill>
              <a:srgbClr val="9F9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5" name="Google Shape;6995;p71"/>
            <p:cNvSpPr/>
            <p:nvPr/>
          </p:nvSpPr>
          <p:spPr>
            <a:xfrm>
              <a:off x="8355750" y="2820875"/>
              <a:ext cx="189850" cy="189475"/>
            </a:xfrm>
            <a:custGeom>
              <a:avLst/>
              <a:gdLst/>
              <a:ahLst/>
              <a:cxnLst/>
              <a:rect l="l" t="t" r="r" b="b"/>
              <a:pathLst>
                <a:path w="7594" h="7579" extrusionOk="0">
                  <a:moveTo>
                    <a:pt x="3797" y="1"/>
                  </a:moveTo>
                  <a:cubicBezTo>
                    <a:pt x="1701" y="1"/>
                    <a:pt x="1" y="1685"/>
                    <a:pt x="1" y="3782"/>
                  </a:cubicBezTo>
                  <a:cubicBezTo>
                    <a:pt x="1" y="5877"/>
                    <a:pt x="1701" y="7578"/>
                    <a:pt x="3797" y="7578"/>
                  </a:cubicBezTo>
                  <a:cubicBezTo>
                    <a:pt x="5894" y="7578"/>
                    <a:pt x="7594" y="5877"/>
                    <a:pt x="7594" y="3782"/>
                  </a:cubicBezTo>
                  <a:cubicBezTo>
                    <a:pt x="7594" y="1685"/>
                    <a:pt x="5894" y="1"/>
                    <a:pt x="3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6" name="Google Shape;6996;p71"/>
            <p:cNvSpPr/>
            <p:nvPr/>
          </p:nvSpPr>
          <p:spPr>
            <a:xfrm>
              <a:off x="7966600" y="2870000"/>
              <a:ext cx="260850" cy="260850"/>
            </a:xfrm>
            <a:custGeom>
              <a:avLst/>
              <a:gdLst/>
              <a:ahLst/>
              <a:cxnLst/>
              <a:rect l="l" t="t" r="r" b="b"/>
              <a:pathLst>
                <a:path w="10434" h="10434" extrusionOk="0">
                  <a:moveTo>
                    <a:pt x="5217" y="1"/>
                  </a:moveTo>
                  <a:cubicBezTo>
                    <a:pt x="2345" y="1"/>
                    <a:pt x="1" y="2345"/>
                    <a:pt x="1" y="5217"/>
                  </a:cubicBezTo>
                  <a:cubicBezTo>
                    <a:pt x="1" y="8105"/>
                    <a:pt x="2345" y="10433"/>
                    <a:pt x="5217" y="10433"/>
                  </a:cubicBezTo>
                  <a:cubicBezTo>
                    <a:pt x="8105" y="10433"/>
                    <a:pt x="10433" y="8105"/>
                    <a:pt x="10433" y="5217"/>
                  </a:cubicBezTo>
                  <a:cubicBezTo>
                    <a:pt x="10433" y="2345"/>
                    <a:pt x="8105" y="1"/>
                    <a:pt x="52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7" name="Google Shape;6997;p71"/>
            <p:cNvSpPr/>
            <p:nvPr/>
          </p:nvSpPr>
          <p:spPr>
            <a:xfrm>
              <a:off x="7269575" y="1896850"/>
              <a:ext cx="170475" cy="777150"/>
            </a:xfrm>
            <a:custGeom>
              <a:avLst/>
              <a:gdLst/>
              <a:ahLst/>
              <a:cxnLst/>
              <a:rect l="l" t="t" r="r" b="b"/>
              <a:pathLst>
                <a:path w="6819" h="31086" extrusionOk="0">
                  <a:moveTo>
                    <a:pt x="3549" y="1"/>
                  </a:moveTo>
                  <a:cubicBezTo>
                    <a:pt x="3093" y="1"/>
                    <a:pt x="2634" y="294"/>
                    <a:pt x="2576" y="877"/>
                  </a:cubicBezTo>
                  <a:lnTo>
                    <a:pt x="1" y="31085"/>
                  </a:lnTo>
                  <a:lnTo>
                    <a:pt x="1" y="31085"/>
                  </a:lnTo>
                  <a:lnTo>
                    <a:pt x="6819" y="30937"/>
                  </a:lnTo>
                  <a:lnTo>
                    <a:pt x="4508" y="895"/>
                  </a:lnTo>
                  <a:cubicBezTo>
                    <a:pt x="4466" y="298"/>
                    <a:pt x="4009" y="1"/>
                    <a:pt x="35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8" name="Google Shape;6998;p71"/>
            <p:cNvSpPr/>
            <p:nvPr/>
          </p:nvSpPr>
          <p:spPr>
            <a:xfrm>
              <a:off x="7543200" y="2339425"/>
              <a:ext cx="852850" cy="275975"/>
            </a:xfrm>
            <a:custGeom>
              <a:avLst/>
              <a:gdLst/>
              <a:ahLst/>
              <a:cxnLst/>
              <a:rect l="l" t="t" r="r" b="b"/>
              <a:pathLst>
                <a:path w="34114" h="11039" extrusionOk="0">
                  <a:moveTo>
                    <a:pt x="32705" y="0"/>
                  </a:moveTo>
                  <a:cubicBezTo>
                    <a:pt x="32651" y="0"/>
                    <a:pt x="32594" y="4"/>
                    <a:pt x="32536" y="12"/>
                  </a:cubicBezTo>
                  <a:lnTo>
                    <a:pt x="1" y="4420"/>
                  </a:lnTo>
                  <a:lnTo>
                    <a:pt x="1601" y="11038"/>
                  </a:lnTo>
                  <a:lnTo>
                    <a:pt x="32932" y="1911"/>
                  </a:lnTo>
                  <a:cubicBezTo>
                    <a:pt x="34113" y="1564"/>
                    <a:pt x="33837" y="0"/>
                    <a:pt x="327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9" name="Google Shape;6999;p71"/>
            <p:cNvSpPr/>
            <p:nvPr/>
          </p:nvSpPr>
          <p:spPr>
            <a:xfrm>
              <a:off x="6335875" y="2339425"/>
              <a:ext cx="852850" cy="275975"/>
            </a:xfrm>
            <a:custGeom>
              <a:avLst/>
              <a:gdLst/>
              <a:ahLst/>
              <a:cxnLst/>
              <a:rect l="l" t="t" r="r" b="b"/>
              <a:pathLst>
                <a:path w="34114" h="11039" extrusionOk="0">
                  <a:moveTo>
                    <a:pt x="1408" y="0"/>
                  </a:moveTo>
                  <a:cubicBezTo>
                    <a:pt x="276" y="0"/>
                    <a:pt x="0" y="1564"/>
                    <a:pt x="1182" y="1911"/>
                  </a:cubicBezTo>
                  <a:lnTo>
                    <a:pt x="32513" y="11038"/>
                  </a:lnTo>
                  <a:lnTo>
                    <a:pt x="34113" y="4420"/>
                  </a:lnTo>
                  <a:lnTo>
                    <a:pt x="1578" y="12"/>
                  </a:lnTo>
                  <a:cubicBezTo>
                    <a:pt x="1520" y="4"/>
                    <a:pt x="1463" y="0"/>
                    <a:pt x="14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0" name="Google Shape;7000;p71"/>
            <p:cNvSpPr/>
            <p:nvPr/>
          </p:nvSpPr>
          <p:spPr>
            <a:xfrm>
              <a:off x="5609375" y="2658725"/>
              <a:ext cx="1431675" cy="399475"/>
            </a:xfrm>
            <a:custGeom>
              <a:avLst/>
              <a:gdLst/>
              <a:ahLst/>
              <a:cxnLst/>
              <a:rect l="l" t="t" r="r" b="b"/>
              <a:pathLst>
                <a:path w="57267" h="15979" extrusionOk="0">
                  <a:moveTo>
                    <a:pt x="4110" y="0"/>
                  </a:moveTo>
                  <a:cubicBezTo>
                    <a:pt x="4044" y="0"/>
                    <a:pt x="3963" y="0"/>
                    <a:pt x="3879" y="16"/>
                  </a:cubicBezTo>
                  <a:lnTo>
                    <a:pt x="1238" y="379"/>
                  </a:lnTo>
                  <a:cubicBezTo>
                    <a:pt x="83" y="544"/>
                    <a:pt x="1" y="2179"/>
                    <a:pt x="1123" y="2459"/>
                  </a:cubicBezTo>
                  <a:lnTo>
                    <a:pt x="55877" y="15946"/>
                  </a:lnTo>
                  <a:cubicBezTo>
                    <a:pt x="55964" y="15968"/>
                    <a:pt x="56051" y="15978"/>
                    <a:pt x="56136" y="15978"/>
                  </a:cubicBezTo>
                  <a:cubicBezTo>
                    <a:pt x="56755" y="15978"/>
                    <a:pt x="57267" y="15427"/>
                    <a:pt x="57165" y="14773"/>
                  </a:cubicBezTo>
                  <a:lnTo>
                    <a:pt x="56026" y="7048"/>
                  </a:lnTo>
                  <a:cubicBezTo>
                    <a:pt x="55960" y="6570"/>
                    <a:pt x="55597" y="6207"/>
                    <a:pt x="55118" y="6157"/>
                  </a:cubicBezTo>
                  <a:cubicBezTo>
                    <a:pt x="48779" y="5364"/>
                    <a:pt x="6785" y="231"/>
                    <a:pt x="41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1" name="Google Shape;7001;p71"/>
            <p:cNvSpPr/>
            <p:nvPr/>
          </p:nvSpPr>
          <p:spPr>
            <a:xfrm>
              <a:off x="6147925" y="2801900"/>
              <a:ext cx="227425" cy="227425"/>
            </a:xfrm>
            <a:custGeom>
              <a:avLst/>
              <a:gdLst/>
              <a:ahLst/>
              <a:cxnLst/>
              <a:rect l="l" t="t" r="r" b="b"/>
              <a:pathLst>
                <a:path w="9097" h="9097" extrusionOk="0">
                  <a:moveTo>
                    <a:pt x="4556" y="0"/>
                  </a:moveTo>
                  <a:cubicBezTo>
                    <a:pt x="2031" y="0"/>
                    <a:pt x="0" y="2032"/>
                    <a:pt x="0" y="4541"/>
                  </a:cubicBezTo>
                  <a:cubicBezTo>
                    <a:pt x="0" y="7066"/>
                    <a:pt x="2031" y="9097"/>
                    <a:pt x="4556" y="9097"/>
                  </a:cubicBezTo>
                  <a:cubicBezTo>
                    <a:pt x="7065" y="9097"/>
                    <a:pt x="9096" y="7066"/>
                    <a:pt x="9096" y="4541"/>
                  </a:cubicBezTo>
                  <a:cubicBezTo>
                    <a:pt x="9096" y="2032"/>
                    <a:pt x="7065" y="0"/>
                    <a:pt x="45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2" name="Google Shape;7002;p71"/>
            <p:cNvSpPr/>
            <p:nvPr/>
          </p:nvSpPr>
          <p:spPr>
            <a:xfrm>
              <a:off x="6166900" y="2820875"/>
              <a:ext cx="189450" cy="189475"/>
            </a:xfrm>
            <a:custGeom>
              <a:avLst/>
              <a:gdLst/>
              <a:ahLst/>
              <a:cxnLst/>
              <a:rect l="l" t="t" r="r" b="b"/>
              <a:pathLst>
                <a:path w="7578" h="7579" extrusionOk="0">
                  <a:moveTo>
                    <a:pt x="3797" y="1"/>
                  </a:moveTo>
                  <a:cubicBezTo>
                    <a:pt x="1701" y="1"/>
                    <a:pt x="0" y="1685"/>
                    <a:pt x="0" y="3782"/>
                  </a:cubicBezTo>
                  <a:cubicBezTo>
                    <a:pt x="0" y="5877"/>
                    <a:pt x="1701" y="7578"/>
                    <a:pt x="3797" y="7578"/>
                  </a:cubicBezTo>
                  <a:cubicBezTo>
                    <a:pt x="5894" y="7578"/>
                    <a:pt x="7578" y="5877"/>
                    <a:pt x="7578" y="3782"/>
                  </a:cubicBezTo>
                  <a:cubicBezTo>
                    <a:pt x="7578" y="1685"/>
                    <a:pt x="5894" y="1"/>
                    <a:pt x="3797" y="1"/>
                  </a:cubicBezTo>
                  <a:close/>
                </a:path>
              </a:pathLst>
            </a:custGeom>
            <a:solidFill>
              <a:srgbClr val="9F9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3" name="Google Shape;7003;p71"/>
            <p:cNvSpPr/>
            <p:nvPr/>
          </p:nvSpPr>
          <p:spPr>
            <a:xfrm>
              <a:off x="6943550" y="2350425"/>
              <a:ext cx="829525" cy="947525"/>
            </a:xfrm>
            <a:custGeom>
              <a:avLst/>
              <a:gdLst/>
              <a:ahLst/>
              <a:cxnLst/>
              <a:rect l="l" t="t" r="r" b="b"/>
              <a:pathLst>
                <a:path w="33181" h="37901" extrusionOk="0">
                  <a:moveTo>
                    <a:pt x="16591" y="1"/>
                  </a:moveTo>
                  <a:cubicBezTo>
                    <a:pt x="7429" y="1"/>
                    <a:pt x="1" y="8485"/>
                    <a:pt x="1" y="18951"/>
                  </a:cubicBezTo>
                  <a:cubicBezTo>
                    <a:pt x="1" y="29416"/>
                    <a:pt x="7429" y="37901"/>
                    <a:pt x="16591" y="37901"/>
                  </a:cubicBezTo>
                  <a:cubicBezTo>
                    <a:pt x="25752" y="37901"/>
                    <a:pt x="33180" y="29416"/>
                    <a:pt x="33180" y="18951"/>
                  </a:cubicBezTo>
                  <a:cubicBezTo>
                    <a:pt x="33180" y="8485"/>
                    <a:pt x="25752" y="1"/>
                    <a:pt x="165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4" name="Google Shape;7004;p71"/>
            <p:cNvSpPr/>
            <p:nvPr/>
          </p:nvSpPr>
          <p:spPr>
            <a:xfrm>
              <a:off x="7278650" y="2623625"/>
              <a:ext cx="174600" cy="247225"/>
            </a:xfrm>
            <a:custGeom>
              <a:avLst/>
              <a:gdLst/>
              <a:ahLst/>
              <a:cxnLst/>
              <a:rect l="l" t="t" r="r" b="b"/>
              <a:pathLst>
                <a:path w="6984" h="9889" extrusionOk="0">
                  <a:moveTo>
                    <a:pt x="67" y="0"/>
                  </a:moveTo>
                  <a:cubicBezTo>
                    <a:pt x="34" y="0"/>
                    <a:pt x="1" y="33"/>
                    <a:pt x="1" y="66"/>
                  </a:cubicBezTo>
                  <a:lnTo>
                    <a:pt x="1" y="9839"/>
                  </a:lnTo>
                  <a:cubicBezTo>
                    <a:pt x="1" y="9872"/>
                    <a:pt x="34" y="9889"/>
                    <a:pt x="67" y="9889"/>
                  </a:cubicBezTo>
                  <a:lnTo>
                    <a:pt x="6934" y="9889"/>
                  </a:lnTo>
                  <a:cubicBezTo>
                    <a:pt x="6967" y="9889"/>
                    <a:pt x="6984" y="9872"/>
                    <a:pt x="6984" y="9839"/>
                  </a:cubicBezTo>
                  <a:lnTo>
                    <a:pt x="6984" y="66"/>
                  </a:lnTo>
                  <a:cubicBezTo>
                    <a:pt x="6984" y="33"/>
                    <a:pt x="6967" y="0"/>
                    <a:pt x="69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5" name="Google Shape;7005;p71"/>
            <p:cNvSpPr/>
            <p:nvPr/>
          </p:nvSpPr>
          <p:spPr>
            <a:xfrm>
              <a:off x="7484175" y="2584625"/>
              <a:ext cx="248450" cy="283750"/>
            </a:xfrm>
            <a:custGeom>
              <a:avLst/>
              <a:gdLst/>
              <a:ahLst/>
              <a:cxnLst/>
              <a:rect l="l" t="t" r="r" b="b"/>
              <a:pathLst>
                <a:path w="9938" h="11350" extrusionOk="0">
                  <a:moveTo>
                    <a:pt x="6973" y="1"/>
                  </a:moveTo>
                  <a:cubicBezTo>
                    <a:pt x="6883" y="1"/>
                    <a:pt x="6791" y="20"/>
                    <a:pt x="6702" y="59"/>
                  </a:cubicBezTo>
                  <a:cubicBezTo>
                    <a:pt x="4061" y="1197"/>
                    <a:pt x="1800" y="1479"/>
                    <a:pt x="711" y="1545"/>
                  </a:cubicBezTo>
                  <a:cubicBezTo>
                    <a:pt x="331" y="1560"/>
                    <a:pt x="33" y="1924"/>
                    <a:pt x="33" y="2370"/>
                  </a:cubicBezTo>
                  <a:lnTo>
                    <a:pt x="0" y="10507"/>
                  </a:lnTo>
                  <a:cubicBezTo>
                    <a:pt x="0" y="10969"/>
                    <a:pt x="331" y="11333"/>
                    <a:pt x="727" y="11350"/>
                  </a:cubicBezTo>
                  <a:cubicBezTo>
                    <a:pt x="745" y="11350"/>
                    <a:pt x="763" y="11350"/>
                    <a:pt x="781" y="11350"/>
                  </a:cubicBezTo>
                  <a:cubicBezTo>
                    <a:pt x="5962" y="11350"/>
                    <a:pt x="8769" y="9085"/>
                    <a:pt x="9658" y="8229"/>
                  </a:cubicBezTo>
                  <a:cubicBezTo>
                    <a:pt x="9856" y="8031"/>
                    <a:pt x="9938" y="7734"/>
                    <a:pt x="9889" y="7454"/>
                  </a:cubicBezTo>
                  <a:cubicBezTo>
                    <a:pt x="9129" y="2947"/>
                    <a:pt x="8089" y="1032"/>
                    <a:pt x="7528" y="290"/>
                  </a:cubicBezTo>
                  <a:cubicBezTo>
                    <a:pt x="7389" y="105"/>
                    <a:pt x="7185" y="1"/>
                    <a:pt x="6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6" name="Google Shape;7006;p71"/>
            <p:cNvSpPr/>
            <p:nvPr/>
          </p:nvSpPr>
          <p:spPr>
            <a:xfrm>
              <a:off x="6991025" y="2584625"/>
              <a:ext cx="248475" cy="283750"/>
            </a:xfrm>
            <a:custGeom>
              <a:avLst/>
              <a:gdLst/>
              <a:ahLst/>
              <a:cxnLst/>
              <a:rect l="l" t="t" r="r" b="b"/>
              <a:pathLst>
                <a:path w="9939" h="11350" extrusionOk="0">
                  <a:moveTo>
                    <a:pt x="2966" y="1"/>
                  </a:moveTo>
                  <a:cubicBezTo>
                    <a:pt x="2754" y="1"/>
                    <a:pt x="2550" y="105"/>
                    <a:pt x="2411" y="290"/>
                  </a:cubicBezTo>
                  <a:cubicBezTo>
                    <a:pt x="1850" y="1032"/>
                    <a:pt x="809" y="2947"/>
                    <a:pt x="50" y="7454"/>
                  </a:cubicBezTo>
                  <a:cubicBezTo>
                    <a:pt x="1" y="7734"/>
                    <a:pt x="83" y="8031"/>
                    <a:pt x="281" y="8229"/>
                  </a:cubicBezTo>
                  <a:cubicBezTo>
                    <a:pt x="1169" y="9085"/>
                    <a:pt x="3976" y="11350"/>
                    <a:pt x="9158" y="11350"/>
                  </a:cubicBezTo>
                  <a:cubicBezTo>
                    <a:pt x="9176" y="11350"/>
                    <a:pt x="9194" y="11350"/>
                    <a:pt x="9212" y="11350"/>
                  </a:cubicBezTo>
                  <a:cubicBezTo>
                    <a:pt x="9608" y="11333"/>
                    <a:pt x="9938" y="10969"/>
                    <a:pt x="9938" y="10507"/>
                  </a:cubicBezTo>
                  <a:lnTo>
                    <a:pt x="9905" y="2370"/>
                  </a:lnTo>
                  <a:cubicBezTo>
                    <a:pt x="9905" y="1924"/>
                    <a:pt x="9608" y="1560"/>
                    <a:pt x="9228" y="1545"/>
                  </a:cubicBezTo>
                  <a:cubicBezTo>
                    <a:pt x="8138" y="1479"/>
                    <a:pt x="5877" y="1197"/>
                    <a:pt x="3236" y="59"/>
                  </a:cubicBezTo>
                  <a:cubicBezTo>
                    <a:pt x="3148" y="20"/>
                    <a:pt x="3056" y="1"/>
                    <a:pt x="29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7" name="Google Shape;7007;p71"/>
            <p:cNvSpPr/>
            <p:nvPr/>
          </p:nvSpPr>
          <p:spPr>
            <a:xfrm>
              <a:off x="6979875" y="2991325"/>
              <a:ext cx="766775" cy="306625"/>
            </a:xfrm>
            <a:custGeom>
              <a:avLst/>
              <a:gdLst/>
              <a:ahLst/>
              <a:cxnLst/>
              <a:rect l="l" t="t" r="r" b="b"/>
              <a:pathLst>
                <a:path w="30671" h="12265" extrusionOk="0">
                  <a:moveTo>
                    <a:pt x="30671" y="1"/>
                  </a:moveTo>
                  <a:lnTo>
                    <a:pt x="30671" y="1"/>
                  </a:lnTo>
                  <a:cubicBezTo>
                    <a:pt x="25787" y="2851"/>
                    <a:pt x="20442" y="3802"/>
                    <a:pt x="15478" y="3802"/>
                  </a:cubicBezTo>
                  <a:cubicBezTo>
                    <a:pt x="9086" y="3802"/>
                    <a:pt x="3327" y="2224"/>
                    <a:pt x="1" y="1090"/>
                  </a:cubicBezTo>
                  <a:lnTo>
                    <a:pt x="1" y="1090"/>
                  </a:lnTo>
                  <a:cubicBezTo>
                    <a:pt x="2609" y="7676"/>
                    <a:pt x="8403" y="12265"/>
                    <a:pt x="15138" y="12265"/>
                  </a:cubicBezTo>
                  <a:cubicBezTo>
                    <a:pt x="22252" y="12265"/>
                    <a:pt x="28311" y="7165"/>
                    <a:pt x="30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8" name="Google Shape;7008;p71"/>
            <p:cNvSpPr/>
            <p:nvPr/>
          </p:nvSpPr>
          <p:spPr>
            <a:xfrm>
              <a:off x="6458675" y="2844000"/>
              <a:ext cx="312850" cy="312825"/>
            </a:xfrm>
            <a:custGeom>
              <a:avLst/>
              <a:gdLst/>
              <a:ahLst/>
              <a:cxnLst/>
              <a:rect l="l" t="t" r="r" b="b"/>
              <a:pathLst>
                <a:path w="12514" h="12513" extrusionOk="0">
                  <a:moveTo>
                    <a:pt x="6256" y="0"/>
                  </a:moveTo>
                  <a:cubicBezTo>
                    <a:pt x="2807" y="0"/>
                    <a:pt x="1" y="2806"/>
                    <a:pt x="1" y="6257"/>
                  </a:cubicBezTo>
                  <a:cubicBezTo>
                    <a:pt x="1" y="9706"/>
                    <a:pt x="2807" y="12513"/>
                    <a:pt x="6256" y="12513"/>
                  </a:cubicBezTo>
                  <a:cubicBezTo>
                    <a:pt x="9707" y="12513"/>
                    <a:pt x="12513" y="9706"/>
                    <a:pt x="12513" y="6257"/>
                  </a:cubicBezTo>
                  <a:cubicBezTo>
                    <a:pt x="12513" y="2806"/>
                    <a:pt x="9707" y="0"/>
                    <a:pt x="62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9" name="Google Shape;7009;p71"/>
            <p:cNvSpPr/>
            <p:nvPr/>
          </p:nvSpPr>
          <p:spPr>
            <a:xfrm>
              <a:off x="6484650" y="2870000"/>
              <a:ext cx="260850" cy="260850"/>
            </a:xfrm>
            <a:custGeom>
              <a:avLst/>
              <a:gdLst/>
              <a:ahLst/>
              <a:cxnLst/>
              <a:rect l="l" t="t" r="r" b="b"/>
              <a:pathLst>
                <a:path w="10434" h="10434" extrusionOk="0">
                  <a:moveTo>
                    <a:pt x="5217" y="1"/>
                  </a:moveTo>
                  <a:cubicBezTo>
                    <a:pt x="2345" y="1"/>
                    <a:pt x="1" y="2345"/>
                    <a:pt x="1" y="5217"/>
                  </a:cubicBezTo>
                  <a:cubicBezTo>
                    <a:pt x="1" y="8105"/>
                    <a:pt x="2345" y="10433"/>
                    <a:pt x="5217" y="10433"/>
                  </a:cubicBezTo>
                  <a:cubicBezTo>
                    <a:pt x="8107" y="10433"/>
                    <a:pt x="10433" y="8105"/>
                    <a:pt x="10433" y="5217"/>
                  </a:cubicBezTo>
                  <a:cubicBezTo>
                    <a:pt x="10433" y="2345"/>
                    <a:pt x="8107" y="1"/>
                    <a:pt x="5217" y="1"/>
                  </a:cubicBezTo>
                  <a:close/>
                </a:path>
              </a:pathLst>
            </a:custGeom>
            <a:solidFill>
              <a:srgbClr val="9F9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0" name="Google Shape;7010;p71"/>
            <p:cNvSpPr/>
            <p:nvPr/>
          </p:nvSpPr>
          <p:spPr>
            <a:xfrm>
              <a:off x="6166900" y="2820875"/>
              <a:ext cx="189450" cy="189475"/>
            </a:xfrm>
            <a:custGeom>
              <a:avLst/>
              <a:gdLst/>
              <a:ahLst/>
              <a:cxnLst/>
              <a:rect l="l" t="t" r="r" b="b"/>
              <a:pathLst>
                <a:path w="7578" h="7579" extrusionOk="0">
                  <a:moveTo>
                    <a:pt x="3797" y="1"/>
                  </a:moveTo>
                  <a:cubicBezTo>
                    <a:pt x="1701" y="1"/>
                    <a:pt x="0" y="1685"/>
                    <a:pt x="0" y="3782"/>
                  </a:cubicBezTo>
                  <a:cubicBezTo>
                    <a:pt x="0" y="5877"/>
                    <a:pt x="1701" y="7578"/>
                    <a:pt x="3797" y="7578"/>
                  </a:cubicBezTo>
                  <a:cubicBezTo>
                    <a:pt x="5894" y="7578"/>
                    <a:pt x="7578" y="5877"/>
                    <a:pt x="7578" y="3782"/>
                  </a:cubicBezTo>
                  <a:cubicBezTo>
                    <a:pt x="7578" y="1685"/>
                    <a:pt x="5894" y="1"/>
                    <a:pt x="3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1" name="Google Shape;7011;p71"/>
            <p:cNvSpPr/>
            <p:nvPr/>
          </p:nvSpPr>
          <p:spPr>
            <a:xfrm>
              <a:off x="6484650" y="2870000"/>
              <a:ext cx="260850" cy="260850"/>
            </a:xfrm>
            <a:custGeom>
              <a:avLst/>
              <a:gdLst/>
              <a:ahLst/>
              <a:cxnLst/>
              <a:rect l="l" t="t" r="r" b="b"/>
              <a:pathLst>
                <a:path w="10434" h="10434" extrusionOk="0">
                  <a:moveTo>
                    <a:pt x="5217" y="1"/>
                  </a:moveTo>
                  <a:cubicBezTo>
                    <a:pt x="2345" y="1"/>
                    <a:pt x="1" y="2345"/>
                    <a:pt x="1" y="5217"/>
                  </a:cubicBezTo>
                  <a:cubicBezTo>
                    <a:pt x="1" y="8105"/>
                    <a:pt x="2345" y="10433"/>
                    <a:pt x="5217" y="10433"/>
                  </a:cubicBezTo>
                  <a:cubicBezTo>
                    <a:pt x="8107" y="10433"/>
                    <a:pt x="10433" y="8105"/>
                    <a:pt x="10433" y="5217"/>
                  </a:cubicBezTo>
                  <a:cubicBezTo>
                    <a:pt x="10433" y="2345"/>
                    <a:pt x="8107" y="1"/>
                    <a:pt x="52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501D344-347C-F710-E5EB-A2ADAEBC6F69}"/>
              </a:ext>
            </a:extLst>
          </p:cNvPr>
          <p:cNvSpPr txBox="1"/>
          <p:nvPr/>
        </p:nvSpPr>
        <p:spPr>
          <a:xfrm>
            <a:off x="969773" y="1748214"/>
            <a:ext cx="30973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4000" b="1" dirty="0">
                <a:solidFill>
                  <a:srgbClr val="13394F"/>
                </a:solidFill>
                <a:latin typeface="Bodoni 72" pitchFamily="2" charset="0"/>
                <a:ea typeface="Gungsuh" panose="02030600000101010101" pitchFamily="18" charset="-127"/>
                <a:cs typeface="Baghdad" pitchFamily="2" charset="-78"/>
              </a:rPr>
              <a:t>THANK YOU!</a:t>
            </a:r>
            <a:endParaRPr lang="en-US" sz="4000" b="1" dirty="0">
              <a:solidFill>
                <a:srgbClr val="13394F"/>
              </a:solidFill>
              <a:latin typeface="Bodoni 72" pitchFamily="2" charset="0"/>
              <a:ea typeface="Gungsuh" panose="02030600000101010101" pitchFamily="18" charset="-127"/>
              <a:cs typeface="Baghdad" pitchFamily="2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ying Airplane Theme by Slidesgo">
  <a:themeElements>
    <a:clrScheme name="Simple Light">
      <a:dk1>
        <a:srgbClr val="13394F"/>
      </a:dk1>
      <a:lt1>
        <a:srgbClr val="C8EAFF"/>
      </a:lt1>
      <a:dk2>
        <a:srgbClr val="3992C8"/>
      </a:dk2>
      <a:lt2>
        <a:srgbClr val="326663"/>
      </a:lt2>
      <a:accent1>
        <a:srgbClr val="5C8988"/>
      </a:accent1>
      <a:accent2>
        <a:srgbClr val="A5A284"/>
      </a:accent2>
      <a:accent3>
        <a:srgbClr val="D6D4B2"/>
      </a:accent3>
      <a:accent4>
        <a:srgbClr val="F5E6E4"/>
      </a:accent4>
      <a:accent5>
        <a:srgbClr val="FFFFFF"/>
      </a:accent5>
      <a:accent6>
        <a:srgbClr val="FFFFFF"/>
      </a:accent6>
      <a:hlink>
        <a:srgbClr val="1339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838</Words>
  <Application>Microsoft Macintosh PowerPoint</Application>
  <PresentationFormat>On-screen Show (16:9)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Wingdings</vt:lpstr>
      <vt:lpstr>Arial</vt:lpstr>
      <vt:lpstr>Nunito Light</vt:lpstr>
      <vt:lpstr>Lexend Deca Light</vt:lpstr>
      <vt:lpstr>Lexend Deca</vt:lpstr>
      <vt:lpstr>Bodoni 72</vt:lpstr>
      <vt:lpstr>Bebas Neue</vt:lpstr>
      <vt:lpstr>Anaheim</vt:lpstr>
      <vt:lpstr>Flying Airplane Theme by Slidesgo</vt:lpstr>
      <vt:lpstr>Recovery index for airline in india &amp; the gulf India vs Gulf Carriers (2019–2025)</vt:lpstr>
      <vt:lpstr>Agenda  </vt:lpstr>
      <vt:lpstr>objective</vt:lpstr>
      <vt:lpstr>Data &amp; Methodology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Post-COVID Airline Recovery: Key Findings (2019–2025)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Abhinandh O</cp:lastModifiedBy>
  <cp:revision>3</cp:revision>
  <dcterms:modified xsi:type="dcterms:W3CDTF">2026-01-12T11:58:18Z</dcterms:modified>
</cp:coreProperties>
</file>